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al Bold" panose="020B0704020202020204" pitchFamily="34" charset="0"/>
      <p:regular r:id="rId9"/>
      <p:bold r:id="rId10"/>
    </p:embeddedFont>
    <p:embeddedFont>
      <p:font typeface="Arimo" panose="020B0604020202020204" charset="0"/>
      <p:regular r:id="rId11"/>
    </p:embeddedFont>
    <p:embeddedFont>
      <p:font typeface="Calibri (MS)" panose="020B0604020202020204" charset="0"/>
      <p:regular r:id="rId12"/>
    </p:embeddedFont>
    <p:embeddedFont>
      <p:font typeface="Calibri (MS) Bold" panose="020B0604020202020204" charset="0"/>
      <p:regular r:id="rId13"/>
    </p:embeddedFont>
    <p:embeddedFont>
      <p:font typeface="Canva Sans" panose="020B0604020202020204" charset="0"/>
      <p:regular r:id="rId14"/>
    </p:embeddedFont>
    <p:embeddedFont>
      <p:font typeface="Canva Sans Bold" panose="020B0604020202020204" charset="0"/>
      <p:regular r:id="rId15"/>
    </p:embeddedFont>
    <p:embeddedFont>
      <p:font typeface="Garamond Bold" panose="02020804030307010803" pitchFamily="18" charset="0"/>
      <p:regular r:id="rId16"/>
      <p:bold r:id="rId17"/>
    </p:embeddedFont>
    <p:embeddedFont>
      <p:font typeface="Times New Roman Bold" panose="02020803070505020304" pitchFamily="18" charset="0"/>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90" dt="2026-09-24T13:34:08.910"/>
    <p1510:client id="{0D2BA061-44F6-4220-8387-D5490AE9A5FA}" v="682" dt="2026-09-24T13:35:45.6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500"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ableStyles" Target="tableStyle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rabh Sarode" userId="81a9297668b79fc2" providerId="LiveId" clId="{3B2B1572-A934-4673-966D-08FD634F712B}"/>
    <pc:docChg chg="undo redo custSel addSld delSld modSld">
      <pc:chgData name="Saurabh Sarode" userId="81a9297668b79fc2" providerId="LiveId" clId="{3B2B1572-A934-4673-966D-08FD634F712B}" dt="2026-09-24T13:35:45.696" v="689" actId="1076"/>
      <pc:docMkLst>
        <pc:docMk/>
      </pc:docMkLst>
      <pc:sldChg chg="modSp mod">
        <pc:chgData name="Saurabh Sarode" userId="81a9297668b79fc2" providerId="LiveId" clId="{3B2B1572-A934-4673-966D-08FD634F712B}" dt="2026-09-24T12:32:43.952" v="365" actId="1076"/>
        <pc:sldMkLst>
          <pc:docMk/>
          <pc:sldMk cId="0" sldId="258"/>
        </pc:sldMkLst>
        <pc:spChg chg="mod">
          <ac:chgData name="Saurabh Sarode" userId="81a9297668b79fc2" providerId="LiveId" clId="{3B2B1572-A934-4673-966D-08FD634F712B}" dt="2026-09-24T12:32:43.952" v="365" actId="1076"/>
          <ac:spMkLst>
            <pc:docMk/>
            <pc:sldMk cId="0" sldId="258"/>
            <ac:spMk id="18" creationId="{00000000-0000-0000-0000-000000000000}"/>
          </ac:spMkLst>
        </pc:spChg>
      </pc:sldChg>
      <pc:sldChg chg="addSp delSp modSp mod">
        <pc:chgData name="Saurabh Sarode" userId="81a9297668b79fc2" providerId="LiveId" clId="{3B2B1572-A934-4673-966D-08FD634F712B}" dt="2026-09-24T12:50:02.823" v="461" actId="1035"/>
        <pc:sldMkLst>
          <pc:docMk/>
          <pc:sldMk cId="0" sldId="259"/>
        </pc:sldMkLst>
        <pc:spChg chg="add del">
          <ac:chgData name="Saurabh Sarode" userId="81a9297668b79fc2" providerId="LiveId" clId="{3B2B1572-A934-4673-966D-08FD634F712B}" dt="2026-09-24T12:37:28.573" v="392" actId="22"/>
          <ac:spMkLst>
            <pc:docMk/>
            <pc:sldMk cId="0" sldId="259"/>
            <ac:spMk id="3" creationId="{A015152F-2A3C-5B5A-4149-2749CE953F70}"/>
          </ac:spMkLst>
        </pc:spChg>
        <pc:spChg chg="mod">
          <ac:chgData name="Saurabh Sarode" userId="81a9297668b79fc2" providerId="LiveId" clId="{3B2B1572-A934-4673-966D-08FD634F712B}" dt="2026-09-24T12:36:38.907" v="382" actId="20577"/>
          <ac:spMkLst>
            <pc:docMk/>
            <pc:sldMk cId="0" sldId="259"/>
            <ac:spMk id="13" creationId="{00000000-0000-0000-0000-000000000000}"/>
          </ac:spMkLst>
        </pc:spChg>
        <pc:spChg chg="mod">
          <ac:chgData name="Saurabh Sarode" userId="81a9297668b79fc2" providerId="LiveId" clId="{3B2B1572-A934-4673-966D-08FD634F712B}" dt="2026-09-24T12:49:59.961" v="459" actId="14100"/>
          <ac:spMkLst>
            <pc:docMk/>
            <pc:sldMk cId="0" sldId="259"/>
            <ac:spMk id="60" creationId="{CA18D97A-5E39-2F90-0A9E-85EDF936295B}"/>
          </ac:spMkLst>
        </pc:spChg>
        <pc:grpChg chg="mod">
          <ac:chgData name="Saurabh Sarode" userId="81a9297668b79fc2" providerId="LiveId" clId="{3B2B1572-A934-4673-966D-08FD634F712B}" dt="2026-09-24T12:37:51.350" v="397" actId="1038"/>
          <ac:grpSpMkLst>
            <pc:docMk/>
            <pc:sldMk cId="0" sldId="259"/>
            <ac:grpSpMk id="12" creationId="{00000000-0000-0000-0000-000000000000}"/>
          </ac:grpSpMkLst>
        </pc:grpChg>
        <pc:picChg chg="mod">
          <ac:chgData name="Saurabh Sarode" userId="81a9297668b79fc2" providerId="LiveId" clId="{3B2B1572-A934-4673-966D-08FD634F712B}" dt="2026-09-24T12:50:02.823" v="461" actId="1035"/>
          <ac:picMkLst>
            <pc:docMk/>
            <pc:sldMk cId="0" sldId="259"/>
            <ac:picMk id="34" creationId="{2481AD90-8753-4BE9-D829-A40D245B0256}"/>
          </ac:picMkLst>
        </pc:picChg>
      </pc:sldChg>
      <pc:sldChg chg="addSp delSp modSp add del mod">
        <pc:chgData name="Saurabh Sarode" userId="81a9297668b79fc2" providerId="LiveId" clId="{3B2B1572-A934-4673-966D-08FD634F712B}" dt="2026-09-24T13:35:45.696" v="689" actId="1076"/>
        <pc:sldMkLst>
          <pc:docMk/>
          <pc:sldMk cId="0" sldId="260"/>
        </pc:sldMkLst>
        <pc:spChg chg="add del mod">
          <ac:chgData name="Saurabh Sarode" userId="81a9297668b79fc2" providerId="LiveId" clId="{3B2B1572-A934-4673-966D-08FD634F712B}" dt="2026-09-24T12:35:25.640" v="369" actId="478"/>
          <ac:spMkLst>
            <pc:docMk/>
            <pc:sldMk cId="0" sldId="260"/>
            <ac:spMk id="2" creationId="{00000000-0000-0000-0000-000000000000}"/>
          </ac:spMkLst>
        </pc:spChg>
        <pc:spChg chg="add del mod">
          <ac:chgData name="Saurabh Sarode" userId="81a9297668b79fc2" providerId="LiveId" clId="{3B2B1572-A934-4673-966D-08FD634F712B}" dt="2026-09-24T13:16:25.149" v="645" actId="12084"/>
          <ac:spMkLst>
            <pc:docMk/>
            <pc:sldMk cId="0" sldId="260"/>
            <ac:spMk id="2" creationId="{BE35BAFD-EC8C-6EF2-970E-A7102579FF5F}"/>
          </ac:spMkLst>
        </pc:spChg>
        <pc:spChg chg="mod">
          <ac:chgData name="Saurabh Sarode" userId="81a9297668b79fc2" providerId="LiveId" clId="{3B2B1572-A934-4673-966D-08FD634F712B}" dt="2026-09-24T12:35:31.258" v="370"/>
          <ac:spMkLst>
            <pc:docMk/>
            <pc:sldMk cId="0" sldId="260"/>
            <ac:spMk id="9" creationId="{3B8E1525-FD51-79EC-E8F4-C95FAD9F20AB}"/>
          </ac:spMkLst>
        </pc:spChg>
        <pc:spChg chg="mod">
          <ac:chgData name="Saurabh Sarode" userId="81a9297668b79fc2" providerId="LiveId" clId="{3B2B1572-A934-4673-966D-08FD634F712B}" dt="2026-09-24T13:13:16.352" v="620" actId="6549"/>
          <ac:spMkLst>
            <pc:docMk/>
            <pc:sldMk cId="0" sldId="260"/>
            <ac:spMk id="11" creationId="{D9A18F82-10C7-A52D-8D4A-1BD1BBFE1694}"/>
          </ac:spMkLst>
        </pc:spChg>
        <pc:spChg chg="mod">
          <ac:chgData name="Saurabh Sarode" userId="81a9297668b79fc2" providerId="LiveId" clId="{3B2B1572-A934-4673-966D-08FD634F712B}" dt="2026-09-24T12:35:38.242" v="371"/>
          <ac:spMkLst>
            <pc:docMk/>
            <pc:sldMk cId="0" sldId="260"/>
            <ac:spMk id="11" creationId="{EC86C485-7508-71CB-C988-117CDC52B7E1}"/>
          </ac:spMkLst>
        </pc:spChg>
        <pc:spChg chg="add del mod">
          <ac:chgData name="Saurabh Sarode" userId="81a9297668b79fc2" providerId="LiveId" clId="{3B2B1572-A934-4673-966D-08FD634F712B}" dt="2026-09-24T12:35:55.947" v="376"/>
          <ac:spMkLst>
            <pc:docMk/>
            <pc:sldMk cId="0" sldId="260"/>
            <ac:spMk id="16" creationId="{63ABB45D-B3EE-C211-27E6-C98748015780}"/>
          </ac:spMkLst>
        </pc:spChg>
        <pc:spChg chg="add del mod">
          <ac:chgData name="Saurabh Sarode" userId="81a9297668b79fc2" providerId="LiveId" clId="{3B2B1572-A934-4673-966D-08FD634F712B}" dt="2026-09-24T13:13:58.272" v="626" actId="12084"/>
          <ac:spMkLst>
            <pc:docMk/>
            <pc:sldMk cId="0" sldId="260"/>
            <ac:spMk id="17" creationId="{2312E7A0-3CFF-21B1-98E2-982846C9AF15}"/>
          </ac:spMkLst>
        </pc:spChg>
        <pc:spChg chg="add mod">
          <ac:chgData name="Saurabh Sarode" userId="81a9297668b79fc2" providerId="LiveId" clId="{3B2B1572-A934-4673-966D-08FD634F712B}" dt="2026-09-24T13:35:36.488" v="688" actId="1038"/>
          <ac:spMkLst>
            <pc:docMk/>
            <pc:sldMk cId="0" sldId="260"/>
            <ac:spMk id="18" creationId="{3C003ECE-AB07-4FDF-B7C6-931D86966614}"/>
          </ac:spMkLst>
        </pc:spChg>
        <pc:spChg chg="mod">
          <ac:chgData name="Saurabh Sarode" userId="81a9297668b79fc2" providerId="LiveId" clId="{3B2B1572-A934-4673-966D-08FD634F712B}" dt="2026-09-24T12:45:04.396" v="426" actId="1076"/>
          <ac:spMkLst>
            <pc:docMk/>
            <pc:sldMk cId="0" sldId="260"/>
            <ac:spMk id="19" creationId="{8D40C63B-8938-BD90-B9F4-783A29CF8547}"/>
          </ac:spMkLst>
        </pc:spChg>
        <pc:spChg chg="add del">
          <ac:chgData name="Saurabh Sarode" userId="81a9297668b79fc2" providerId="LiveId" clId="{3B2B1572-A934-4673-966D-08FD634F712B}" dt="2026-09-24T12:36:17.707" v="379" actId="22"/>
          <ac:spMkLst>
            <pc:docMk/>
            <pc:sldMk cId="0" sldId="260"/>
            <ac:spMk id="20" creationId="{3E5158F8-9DC5-6882-11DA-469337DBBD2B}"/>
          </ac:spMkLst>
        </pc:spChg>
        <pc:spChg chg="add del mod">
          <ac:chgData name="Saurabh Sarode" userId="81a9297668b79fc2" providerId="LiveId" clId="{3B2B1572-A934-4673-966D-08FD634F712B}" dt="2026-09-24T13:15:05.954" v="635"/>
          <ac:spMkLst>
            <pc:docMk/>
            <pc:sldMk cId="0" sldId="260"/>
            <ac:spMk id="20" creationId="{99939D69-F5C9-5AAD-C6DC-BA566B1528F7}"/>
          </ac:spMkLst>
        </pc:spChg>
        <pc:spChg chg="add del mod">
          <ac:chgData name="Saurabh Sarode" userId="81a9297668b79fc2" providerId="LiveId" clId="{3B2B1572-A934-4673-966D-08FD634F712B}" dt="2026-09-24T13:15:10.349" v="638"/>
          <ac:spMkLst>
            <pc:docMk/>
            <pc:sldMk cId="0" sldId="260"/>
            <ac:spMk id="21" creationId="{D28CA280-5F66-FCC2-A658-50CDE774033D}"/>
          </ac:spMkLst>
        </pc:spChg>
        <pc:spChg chg="add del mod">
          <ac:chgData name="Saurabh Sarode" userId="81a9297668b79fc2" providerId="LiveId" clId="{3B2B1572-A934-4673-966D-08FD634F712B}" dt="2026-09-24T13:15:27.925" v="640" actId="12084"/>
          <ac:spMkLst>
            <pc:docMk/>
            <pc:sldMk cId="0" sldId="260"/>
            <ac:spMk id="22" creationId="{87A8283E-8EC0-5407-A63A-52DDB88DAA9E}"/>
          </ac:spMkLst>
        </pc:spChg>
        <pc:spChg chg="add del">
          <ac:chgData name="Saurabh Sarode" userId="81a9297668b79fc2" providerId="LiveId" clId="{3B2B1572-A934-4673-966D-08FD634F712B}" dt="2026-09-24T12:36:54.007" v="384" actId="22"/>
          <ac:spMkLst>
            <pc:docMk/>
            <pc:sldMk cId="0" sldId="260"/>
            <ac:spMk id="22" creationId="{A8F11EF6-EB1C-774F-3FBF-A61814A4234D}"/>
          </ac:spMkLst>
        </pc:spChg>
        <pc:spChg chg="mod">
          <ac:chgData name="Saurabh Sarode" userId="81a9297668b79fc2" providerId="LiveId" clId="{3B2B1572-A934-4673-966D-08FD634F712B}" dt="2026-09-24T12:41:10.093" v="402" actId="1076"/>
          <ac:spMkLst>
            <pc:docMk/>
            <pc:sldMk cId="0" sldId="260"/>
            <ac:spMk id="23" creationId="{A75590B0-556E-5961-399D-EECECD7161CF}"/>
          </ac:spMkLst>
        </pc:spChg>
        <pc:spChg chg="add del">
          <ac:chgData name="Saurabh Sarode" userId="81a9297668b79fc2" providerId="LiveId" clId="{3B2B1572-A934-4673-966D-08FD634F712B}" dt="2026-09-24T12:37:11.032" v="388" actId="22"/>
          <ac:spMkLst>
            <pc:docMk/>
            <pc:sldMk cId="0" sldId="260"/>
            <ac:spMk id="24" creationId="{B4E21862-6D9F-EADB-B9E2-B2B1B15CE1D2}"/>
          </ac:spMkLst>
        </pc:spChg>
        <pc:spChg chg="mod">
          <ac:chgData name="Saurabh Sarode" userId="81a9297668b79fc2" providerId="LiveId" clId="{3B2B1572-A934-4673-966D-08FD634F712B}" dt="2026-09-24T12:44:57.281" v="425" actId="1076"/>
          <ac:spMkLst>
            <pc:docMk/>
            <pc:sldMk cId="0" sldId="260"/>
            <ac:spMk id="25" creationId="{19FFD201-8BD0-1619-73E7-081B98852837}"/>
          </ac:spMkLst>
        </pc:spChg>
        <pc:spChg chg="add mod">
          <ac:chgData name="Saurabh Sarode" userId="81a9297668b79fc2" providerId="LiveId" clId="{3B2B1572-A934-4673-966D-08FD634F712B}" dt="2026-09-24T13:35:45.696" v="689" actId="1076"/>
          <ac:spMkLst>
            <pc:docMk/>
            <pc:sldMk cId="0" sldId="260"/>
            <ac:spMk id="26" creationId="{525AB117-F189-D8A2-41CA-D9E348AA68D5}"/>
          </ac:spMkLst>
        </pc:spChg>
        <pc:spChg chg="add del mod">
          <ac:chgData name="Saurabh Sarode" userId="81a9297668b79fc2" providerId="LiveId" clId="{3B2B1572-A934-4673-966D-08FD634F712B}" dt="2026-09-24T12:43:09.872" v="412" actId="478"/>
          <ac:spMkLst>
            <pc:docMk/>
            <pc:sldMk cId="0" sldId="260"/>
            <ac:spMk id="27" creationId="{A1ABCEC5-D5E5-9343-F1D0-E6CBA36B6C95}"/>
          </ac:spMkLst>
        </pc:spChg>
        <pc:spChg chg="add mod">
          <ac:chgData name="Saurabh Sarode" userId="81a9297668b79fc2" providerId="LiveId" clId="{3B2B1572-A934-4673-966D-08FD634F712B}" dt="2026-09-24T12:43:38.674" v="414" actId="767"/>
          <ac:spMkLst>
            <pc:docMk/>
            <pc:sldMk cId="0" sldId="260"/>
            <ac:spMk id="30" creationId="{7368B8C3-0755-D80A-E31D-BA402D72254A}"/>
          </ac:spMkLst>
        </pc:spChg>
        <pc:spChg chg="add mod">
          <ac:chgData name="Saurabh Sarode" userId="81a9297668b79fc2" providerId="LiveId" clId="{3B2B1572-A934-4673-966D-08FD634F712B}" dt="2026-09-24T12:43:39.739" v="415" actId="767"/>
          <ac:spMkLst>
            <pc:docMk/>
            <pc:sldMk cId="0" sldId="260"/>
            <ac:spMk id="31" creationId="{05F3BCE4-EF60-5AC5-4455-B56C48E44124}"/>
          </ac:spMkLst>
        </pc:spChg>
        <pc:spChg chg="add del mod">
          <ac:chgData name="Saurabh Sarode" userId="81a9297668b79fc2" providerId="LiveId" clId="{3B2B1572-A934-4673-966D-08FD634F712B}" dt="2026-09-24T12:44:14.846" v="418"/>
          <ac:spMkLst>
            <pc:docMk/>
            <pc:sldMk cId="0" sldId="260"/>
            <ac:spMk id="32" creationId="{33A1CD41-8AC6-604F-1CD9-11D2B7C175E0}"/>
          </ac:spMkLst>
        </pc:spChg>
        <pc:spChg chg="add del mod">
          <ac:chgData name="Saurabh Sarode" userId="81a9297668b79fc2" providerId="LiveId" clId="{3B2B1572-A934-4673-966D-08FD634F712B}" dt="2026-09-24T12:44:55.648" v="424"/>
          <ac:spMkLst>
            <pc:docMk/>
            <pc:sldMk cId="0" sldId="260"/>
            <ac:spMk id="33" creationId="{6D701767-4B19-112C-66C2-24D5F08C0DD4}"/>
          </ac:spMkLst>
        </pc:spChg>
        <pc:spChg chg="add mod">
          <ac:chgData name="Saurabh Sarode" userId="81a9297668b79fc2" providerId="LiveId" clId="{3B2B1572-A934-4673-966D-08FD634F712B}" dt="2026-09-24T12:49:45.102" v="458" actId="255"/>
          <ac:spMkLst>
            <pc:docMk/>
            <pc:sldMk cId="0" sldId="260"/>
            <ac:spMk id="36" creationId="{09B2131A-BB8E-ADA3-A914-AF455670936B}"/>
          </ac:spMkLst>
        </pc:spChg>
        <pc:grpChg chg="add mod">
          <ac:chgData name="Saurabh Sarode" userId="81a9297668b79fc2" providerId="LiveId" clId="{3B2B1572-A934-4673-966D-08FD634F712B}" dt="2026-09-24T12:35:31.258" v="370"/>
          <ac:grpSpMkLst>
            <pc:docMk/>
            <pc:sldMk cId="0" sldId="260"/>
            <ac:grpSpMk id="8" creationId="{D9E6D4FB-E303-07ED-D39D-7F8B0B84E7A8}"/>
          </ac:grpSpMkLst>
        </pc:grpChg>
        <pc:grpChg chg="add mod">
          <ac:chgData name="Saurabh Sarode" userId="81a9297668b79fc2" providerId="LiveId" clId="{3B2B1572-A934-4673-966D-08FD634F712B}" dt="2026-09-24T12:35:38.242" v="371"/>
          <ac:grpSpMkLst>
            <pc:docMk/>
            <pc:sldMk cId="0" sldId="260"/>
            <ac:grpSpMk id="10" creationId="{259A52FD-7EA5-49B5-4F64-D853706FCA13}"/>
          </ac:grpSpMkLst>
        </pc:grpChg>
        <pc:grpChg chg="mod">
          <ac:chgData name="Saurabh Sarode" userId="81a9297668b79fc2" providerId="LiveId" clId="{3B2B1572-A934-4673-966D-08FD634F712B}" dt="2026-09-24T12:41:12.291" v="403" actId="1076"/>
          <ac:grpSpMkLst>
            <pc:docMk/>
            <pc:sldMk cId="0" sldId="260"/>
            <ac:grpSpMk id="15" creationId="{16B37E0B-A3A4-ACC7-528A-E98215B2A3A6}"/>
          </ac:grpSpMkLst>
        </pc:grpChg>
        <pc:graphicFrameChg chg="add mod modGraphic">
          <ac:chgData name="Saurabh Sarode" userId="81a9297668b79fc2" providerId="LiveId" clId="{3B2B1572-A934-4673-966D-08FD634F712B}" dt="2026-09-24T13:23:12.662" v="673"/>
          <ac:graphicFrameMkLst>
            <pc:docMk/>
            <pc:sldMk cId="0" sldId="260"/>
            <ac:graphicFrameMk id="11" creationId="{4CF7B61B-E951-719B-F655-EC04CE848831}"/>
          </ac:graphicFrameMkLst>
        </pc:graphicFrameChg>
        <pc:graphicFrameChg chg="add del mod">
          <ac:chgData name="Saurabh Sarode" userId="81a9297668b79fc2" providerId="LiveId" clId="{3B2B1572-A934-4673-966D-08FD634F712B}" dt="2026-09-24T13:15:00.312" v="632" actId="478"/>
          <ac:graphicFrameMkLst>
            <pc:docMk/>
            <pc:sldMk cId="0" sldId="260"/>
            <ac:graphicFrameMk id="19" creationId="{4744683E-AB80-EE2E-13E7-D93E75405E61}"/>
          </ac:graphicFrameMkLst>
        </pc:graphicFrameChg>
        <pc:graphicFrameChg chg="add mod modGraphic">
          <ac:chgData name="Saurabh Sarode" userId="81a9297668b79fc2" providerId="LiveId" clId="{3B2B1572-A934-4673-966D-08FD634F712B}" dt="2026-09-24T13:15:36.844" v="641" actId="20577"/>
          <ac:graphicFrameMkLst>
            <pc:docMk/>
            <pc:sldMk cId="0" sldId="260"/>
            <ac:graphicFrameMk id="23" creationId="{C2D6DBC1-4E3B-B3B8-7C5A-251CE1F1F55E}"/>
          </ac:graphicFrameMkLst>
        </pc:graphicFrameChg>
        <pc:graphicFrameChg chg="add mod modGraphic">
          <ac:chgData name="Saurabh Sarode" userId="81a9297668b79fc2" providerId="LiveId" clId="{3B2B1572-A934-4673-966D-08FD634F712B}" dt="2026-09-24T13:11:33.149" v="615" actId="20577"/>
          <ac:graphicFrameMkLst>
            <pc:docMk/>
            <pc:sldMk cId="0" sldId="260"/>
            <ac:graphicFrameMk id="37" creationId="{2DAFB635-3A2D-587E-9A4B-1DB3D9A5C360}"/>
          </ac:graphicFrameMkLst>
        </pc:graphicFrameChg>
        <pc:picChg chg="add mod">
          <ac:chgData name="Saurabh Sarode" userId="81a9297668b79fc2" providerId="LiveId" clId="{3B2B1572-A934-4673-966D-08FD634F712B}" dt="2026-09-24T13:11:16.043" v="596" actId="1036"/>
          <ac:picMkLst>
            <pc:docMk/>
            <pc:sldMk cId="0" sldId="260"/>
            <ac:picMk id="10" creationId="{4E6EC9EB-063B-AD64-846B-3DDDC2D5D69D}"/>
          </ac:picMkLst>
        </pc:picChg>
        <pc:picChg chg="add del mod">
          <ac:chgData name="Saurabh Sarode" userId="81a9297668b79fc2" providerId="LiveId" clId="{3B2B1572-A934-4673-966D-08FD634F712B}" dt="2026-09-24T13:11:24.957" v="611" actId="1038"/>
          <ac:picMkLst>
            <pc:docMk/>
            <pc:sldMk cId="0" sldId="260"/>
            <ac:picMk id="12" creationId="{173C0BD4-8CB3-4450-37F9-169A5FA590BD}"/>
          </ac:picMkLst>
        </pc:picChg>
        <pc:picChg chg="add mod">
          <ac:chgData name="Saurabh Sarode" userId="81a9297668b79fc2" providerId="LiveId" clId="{3B2B1572-A934-4673-966D-08FD634F712B}" dt="2026-09-24T13:11:36.610" v="618" actId="1038"/>
          <ac:picMkLst>
            <pc:docMk/>
            <pc:sldMk cId="0" sldId="260"/>
            <ac:picMk id="14" creationId="{B14BAF8B-6D1A-180B-E7A6-415889D62B15}"/>
          </ac:picMkLst>
        </pc:picChg>
        <pc:picChg chg="add mod">
          <ac:chgData name="Saurabh Sarode" userId="81a9297668b79fc2" providerId="LiveId" clId="{3B2B1572-A934-4673-966D-08FD634F712B}" dt="2026-09-24T13:22:11.567" v="668" actId="1076"/>
          <ac:picMkLst>
            <pc:docMk/>
            <pc:sldMk cId="0" sldId="260"/>
            <ac:picMk id="16" creationId="{437961F4-9F1B-A048-303F-93FB20A512E9}"/>
          </ac:picMkLst>
        </pc:picChg>
        <pc:picChg chg="add del mod">
          <ac:chgData name="Saurabh Sarode" userId="81a9297668b79fc2" providerId="LiveId" clId="{3B2B1572-A934-4673-966D-08FD634F712B}" dt="2026-09-24T12:43:04.197" v="411" actId="478"/>
          <ac:picMkLst>
            <pc:docMk/>
            <pc:sldMk cId="0" sldId="260"/>
            <ac:picMk id="29" creationId="{C18A4BCA-74D8-2E87-39C9-0F64A0346D59}"/>
          </ac:picMkLst>
        </pc:picChg>
        <pc:picChg chg="add del mod">
          <ac:chgData name="Saurabh Sarode" userId="81a9297668b79fc2" providerId="LiveId" clId="{3B2B1572-A934-4673-966D-08FD634F712B}" dt="2026-09-24T12:45:12.068" v="427" actId="478"/>
          <ac:picMkLst>
            <pc:docMk/>
            <pc:sldMk cId="0" sldId="260"/>
            <ac:picMk id="35" creationId="{EC0448B9-1EFE-0D70-D022-7F85F8D6CB6D}"/>
          </ac:picMkLst>
        </pc:picChg>
        <pc:picChg chg="add mod">
          <ac:chgData name="Saurabh Sarode" userId="81a9297668b79fc2" providerId="LiveId" clId="{3B2B1572-A934-4673-966D-08FD634F712B}" dt="2026-09-24T13:11:18.923" v="602" actId="1036"/>
          <ac:picMkLst>
            <pc:docMk/>
            <pc:sldMk cId="0" sldId="260"/>
            <ac:picMk id="39" creationId="{8BFE0DD1-EC0A-64A7-19A8-121A5EDE4440}"/>
          </ac:picMkLst>
        </pc:picChg>
      </pc:sldChg>
      <pc:sldChg chg="addSp delSp modSp mod">
        <pc:chgData name="Saurabh Sarode" userId="81a9297668b79fc2" providerId="LiveId" clId="{3B2B1572-A934-4673-966D-08FD634F712B}" dt="2026-09-24T12:31:56.956" v="364" actId="1036"/>
        <pc:sldMkLst>
          <pc:docMk/>
          <pc:sldMk cId="0" sldId="261"/>
        </pc:sldMkLst>
        <pc:spChg chg="del">
          <ac:chgData name="Saurabh Sarode" userId="81a9297668b79fc2" providerId="LiveId" clId="{3B2B1572-A934-4673-966D-08FD634F712B}" dt="2026-09-24T12:11:17.273" v="2" actId="478"/>
          <ac:spMkLst>
            <pc:docMk/>
            <pc:sldMk cId="0" sldId="261"/>
            <ac:spMk id="2" creationId="{00000000-0000-0000-0000-000000000000}"/>
          </ac:spMkLst>
        </pc:spChg>
        <pc:spChg chg="del">
          <ac:chgData name="Saurabh Sarode" userId="81a9297668b79fc2" providerId="LiveId" clId="{3B2B1572-A934-4673-966D-08FD634F712B}" dt="2026-09-24T12:11:15.414" v="1" actId="478"/>
          <ac:spMkLst>
            <pc:docMk/>
            <pc:sldMk cId="0" sldId="261"/>
            <ac:spMk id="3" creationId="{00000000-0000-0000-0000-000000000000}"/>
          </ac:spMkLst>
        </pc:spChg>
        <pc:spChg chg="mod ord">
          <ac:chgData name="Saurabh Sarode" userId="81a9297668b79fc2" providerId="LiveId" clId="{3B2B1572-A934-4673-966D-08FD634F712B}" dt="2026-09-24T12:31:49.661" v="345" actId="1035"/>
          <ac:spMkLst>
            <pc:docMk/>
            <pc:sldMk cId="0" sldId="261"/>
            <ac:spMk id="3" creationId="{28B5525D-9FEE-E6C5-6787-9D0523D1D731}"/>
          </ac:spMkLst>
        </pc:spChg>
        <pc:spChg chg="del">
          <ac:chgData name="Saurabh Sarode" userId="81a9297668b79fc2" providerId="LiveId" clId="{3B2B1572-A934-4673-966D-08FD634F712B}" dt="2026-09-24T12:11:19.180" v="3" actId="478"/>
          <ac:spMkLst>
            <pc:docMk/>
            <pc:sldMk cId="0" sldId="261"/>
            <ac:spMk id="4" creationId="{00000000-0000-0000-0000-000000000000}"/>
          </ac:spMkLst>
        </pc:spChg>
        <pc:spChg chg="del">
          <ac:chgData name="Saurabh Sarode" userId="81a9297668b79fc2" providerId="LiveId" clId="{3B2B1572-A934-4673-966D-08FD634F712B}" dt="2026-09-24T12:11:28.366" v="7" actId="478"/>
          <ac:spMkLst>
            <pc:docMk/>
            <pc:sldMk cId="0" sldId="261"/>
            <ac:spMk id="5" creationId="{00000000-0000-0000-0000-000000000000}"/>
          </ac:spMkLst>
        </pc:spChg>
        <pc:spChg chg="mod">
          <ac:chgData name="Saurabh Sarode" userId="81a9297668b79fc2" providerId="LiveId" clId="{3B2B1572-A934-4673-966D-08FD634F712B}" dt="2026-09-24T12:11:55.476" v="24" actId="14100"/>
          <ac:spMkLst>
            <pc:docMk/>
            <pc:sldMk cId="0" sldId="261"/>
            <ac:spMk id="12" creationId="{00000000-0000-0000-0000-000000000000}"/>
          </ac:spMkLst>
        </pc:spChg>
        <pc:spChg chg="mod">
          <ac:chgData name="Saurabh Sarode" userId="81a9297668b79fc2" providerId="LiveId" clId="{3B2B1572-A934-4673-966D-08FD634F712B}" dt="2026-09-24T12:12:26.092" v="31" actId="1076"/>
          <ac:spMkLst>
            <pc:docMk/>
            <pc:sldMk cId="0" sldId="261"/>
            <ac:spMk id="14" creationId="{00000000-0000-0000-0000-000000000000}"/>
          </ac:spMkLst>
        </pc:spChg>
        <pc:spChg chg="mod">
          <ac:chgData name="Saurabh Sarode" userId="81a9297668b79fc2" providerId="LiveId" clId="{3B2B1572-A934-4673-966D-08FD634F712B}" dt="2026-09-24T12:13:25.835" v="44" actId="14100"/>
          <ac:spMkLst>
            <pc:docMk/>
            <pc:sldMk cId="0" sldId="261"/>
            <ac:spMk id="15" creationId="{00000000-0000-0000-0000-000000000000}"/>
          </ac:spMkLst>
        </pc:spChg>
        <pc:spChg chg="mod">
          <ac:chgData name="Saurabh Sarode" userId="81a9297668b79fc2" providerId="LiveId" clId="{3B2B1572-A934-4673-966D-08FD634F712B}" dt="2026-09-24T12:13:32.488" v="46" actId="14100"/>
          <ac:spMkLst>
            <pc:docMk/>
            <pc:sldMk cId="0" sldId="261"/>
            <ac:spMk id="16" creationId="{00000000-0000-0000-0000-000000000000}"/>
          </ac:spMkLst>
        </pc:spChg>
        <pc:spChg chg="del mod">
          <ac:chgData name="Saurabh Sarode" userId="81a9297668b79fc2" providerId="LiveId" clId="{3B2B1572-A934-4673-966D-08FD634F712B}" dt="2026-09-24T12:11:32.215" v="9" actId="478"/>
          <ac:spMkLst>
            <pc:docMk/>
            <pc:sldMk cId="0" sldId="261"/>
            <ac:spMk id="19" creationId="{00000000-0000-0000-0000-000000000000}"/>
          </ac:spMkLst>
        </pc:spChg>
        <pc:spChg chg="del mod">
          <ac:chgData name="Saurabh Sarode" userId="81a9297668b79fc2" providerId="LiveId" clId="{3B2B1572-A934-4673-966D-08FD634F712B}" dt="2026-09-24T12:11:26.666" v="6" actId="478"/>
          <ac:spMkLst>
            <pc:docMk/>
            <pc:sldMk cId="0" sldId="261"/>
            <ac:spMk id="22" creationId="{00000000-0000-0000-0000-000000000000}"/>
          </ac:spMkLst>
        </pc:spChg>
        <pc:spChg chg="mod">
          <ac:chgData name="Saurabh Sarode" userId="81a9297668b79fc2" providerId="LiveId" clId="{3B2B1572-A934-4673-966D-08FD634F712B}" dt="2026-09-24T12:13:16.655" v="42" actId="1076"/>
          <ac:spMkLst>
            <pc:docMk/>
            <pc:sldMk cId="0" sldId="261"/>
            <ac:spMk id="23" creationId="{00000000-0000-0000-0000-000000000000}"/>
          </ac:spMkLst>
        </pc:spChg>
        <pc:spChg chg="mod">
          <ac:chgData name="Saurabh Sarode" userId="81a9297668b79fc2" providerId="LiveId" clId="{3B2B1572-A934-4673-966D-08FD634F712B}" dt="2026-09-24T12:13:03.325" v="38" actId="1076"/>
          <ac:spMkLst>
            <pc:docMk/>
            <pc:sldMk cId="0" sldId="261"/>
            <ac:spMk id="24" creationId="{00000000-0000-0000-0000-000000000000}"/>
          </ac:spMkLst>
        </pc:spChg>
        <pc:spChg chg="mod">
          <ac:chgData name="Saurabh Sarode" userId="81a9297668b79fc2" providerId="LiveId" clId="{3B2B1572-A934-4673-966D-08FD634F712B}" dt="2026-09-24T12:13:21.242" v="43" actId="1076"/>
          <ac:spMkLst>
            <pc:docMk/>
            <pc:sldMk cId="0" sldId="261"/>
            <ac:spMk id="25" creationId="{00000000-0000-0000-0000-000000000000}"/>
          </ac:spMkLst>
        </pc:spChg>
        <pc:spChg chg="mod">
          <ac:chgData name="Saurabh Sarode" userId="81a9297668b79fc2" providerId="LiveId" clId="{3B2B1572-A934-4673-966D-08FD634F712B}" dt="2026-09-24T12:29:05.314" v="305" actId="1076"/>
          <ac:spMkLst>
            <pc:docMk/>
            <pc:sldMk cId="0" sldId="261"/>
            <ac:spMk id="26" creationId="{00000000-0000-0000-0000-000000000000}"/>
          </ac:spMkLst>
        </pc:spChg>
        <pc:spChg chg="mod">
          <ac:chgData name="Saurabh Sarode" userId="81a9297668b79fc2" providerId="LiveId" clId="{3B2B1572-A934-4673-966D-08FD634F712B}" dt="2026-09-24T12:28:50.484" v="303" actId="207"/>
          <ac:spMkLst>
            <pc:docMk/>
            <pc:sldMk cId="0" sldId="261"/>
            <ac:spMk id="27" creationId="{00000000-0000-0000-0000-000000000000}"/>
          </ac:spMkLst>
        </pc:spChg>
        <pc:spChg chg="add mod">
          <ac:chgData name="Saurabh Sarode" userId="81a9297668b79fc2" providerId="LiveId" clId="{3B2B1572-A934-4673-966D-08FD634F712B}" dt="2026-09-24T12:25:35.635" v="172" actId="1076"/>
          <ac:spMkLst>
            <pc:docMk/>
            <pc:sldMk cId="0" sldId="261"/>
            <ac:spMk id="31" creationId="{1E5F5D9C-CA3E-B02A-44F2-92E492A136AB}"/>
          </ac:spMkLst>
        </pc:spChg>
        <pc:spChg chg="add del mod">
          <ac:chgData name="Saurabh Sarode" userId="81a9297668b79fc2" providerId="LiveId" clId="{3B2B1572-A934-4673-966D-08FD634F712B}" dt="2026-09-24T12:22:28.598" v="136" actId="478"/>
          <ac:spMkLst>
            <pc:docMk/>
            <pc:sldMk cId="0" sldId="261"/>
            <ac:spMk id="32" creationId="{73A45F21-61EB-57D2-FB02-0CC6B6667077}"/>
          </ac:spMkLst>
        </pc:spChg>
        <pc:spChg chg="add mod">
          <ac:chgData name="Saurabh Sarode" userId="81a9297668b79fc2" providerId="LiveId" clId="{3B2B1572-A934-4673-966D-08FD634F712B}" dt="2026-09-24T12:31:56.956" v="364" actId="1036"/>
          <ac:spMkLst>
            <pc:docMk/>
            <pc:sldMk cId="0" sldId="261"/>
            <ac:spMk id="34" creationId="{CA85AAAD-CD23-45F4-C1AC-A78CB19F81BE}"/>
          </ac:spMkLst>
        </pc:spChg>
        <pc:grpChg chg="mod">
          <ac:chgData name="Saurabh Sarode" userId="81a9297668b79fc2" providerId="LiveId" clId="{3B2B1572-A934-4673-966D-08FD634F712B}" dt="2026-09-24T12:19:37.604" v="92" actId="1076"/>
          <ac:grpSpMkLst>
            <pc:docMk/>
            <pc:sldMk cId="0" sldId="261"/>
            <ac:grpSpMk id="6" creationId="{00000000-0000-0000-0000-000000000000}"/>
          </ac:grpSpMkLst>
        </pc:grpChg>
        <pc:grpChg chg="mod">
          <ac:chgData name="Saurabh Sarode" userId="81a9297668b79fc2" providerId="LiveId" clId="{3B2B1572-A934-4673-966D-08FD634F712B}" dt="2026-09-24T12:29:15.515" v="315" actId="1037"/>
          <ac:grpSpMkLst>
            <pc:docMk/>
            <pc:sldMk cId="0" sldId="261"/>
            <ac:grpSpMk id="11" creationId="{00000000-0000-0000-0000-000000000000}"/>
          </ac:grpSpMkLst>
        </pc:grpChg>
      </pc:sldChg>
      <pc:sldChg chg="addSp delSp modSp new mod">
        <pc:chgData name="Saurabh Sarode" userId="81a9297668b79fc2" providerId="LiveId" clId="{3B2B1572-A934-4673-966D-08FD634F712B}" dt="2026-09-24T13:07:30.753" v="521"/>
        <pc:sldMkLst>
          <pc:docMk/>
          <pc:sldMk cId="2595677191" sldId="262"/>
        </pc:sldMkLst>
        <pc:spChg chg="del mod">
          <ac:chgData name="Saurabh Sarode" userId="81a9297668b79fc2" providerId="LiveId" clId="{3B2B1572-A934-4673-966D-08FD634F712B}" dt="2026-09-24T13:05:16.712" v="497"/>
          <ac:spMkLst>
            <pc:docMk/>
            <pc:sldMk cId="2595677191" sldId="262"/>
            <ac:spMk id="2" creationId="{EC78E616-04F8-96C8-6297-8D2B47CC03A9}"/>
          </ac:spMkLst>
        </pc:spChg>
        <pc:spChg chg="add del mod">
          <ac:chgData name="Saurabh Sarode" userId="81a9297668b79fc2" providerId="LiveId" clId="{3B2B1572-A934-4673-966D-08FD634F712B}" dt="2026-09-24T13:05:10.124" v="493" actId="478"/>
          <ac:spMkLst>
            <pc:docMk/>
            <pc:sldMk cId="2595677191" sldId="262"/>
            <ac:spMk id="3" creationId="{5A19515E-B1F2-45F1-4704-872ED6B24F2D}"/>
          </ac:spMkLst>
        </pc:spChg>
        <pc:spChg chg="add del mod">
          <ac:chgData name="Saurabh Sarode" userId="81a9297668b79fc2" providerId="LiveId" clId="{3B2B1572-A934-4673-966D-08FD634F712B}" dt="2026-09-24T12:46:02.629" v="432"/>
          <ac:spMkLst>
            <pc:docMk/>
            <pc:sldMk cId="2595677191" sldId="262"/>
            <ac:spMk id="4" creationId="{0587467D-3703-4D92-4651-A2EE2B3A60BB}"/>
          </ac:spMkLst>
        </pc:spChg>
        <pc:spChg chg="add del mod">
          <ac:chgData name="Saurabh Sarode" userId="81a9297668b79fc2" providerId="LiveId" clId="{3B2B1572-A934-4673-966D-08FD634F712B}" dt="2026-09-24T12:47:04.038" v="443"/>
          <ac:spMkLst>
            <pc:docMk/>
            <pc:sldMk cId="2595677191" sldId="262"/>
            <ac:spMk id="5" creationId="{5D5CED5A-1152-729E-20CF-DF0DC2ABA201}"/>
          </ac:spMkLst>
        </pc:spChg>
        <pc:spChg chg="add del mod">
          <ac:chgData name="Saurabh Sarode" userId="81a9297668b79fc2" providerId="LiveId" clId="{3B2B1572-A934-4673-966D-08FD634F712B}" dt="2026-09-24T13:05:49.482" v="502"/>
          <ac:spMkLst>
            <pc:docMk/>
            <pc:sldMk cId="2595677191" sldId="262"/>
            <ac:spMk id="8" creationId="{8FC1741B-4F02-0EC9-BC51-0ABC25F3DC00}"/>
          </ac:spMkLst>
        </pc:spChg>
        <pc:spChg chg="add del mod">
          <ac:chgData name="Saurabh Sarode" userId="81a9297668b79fc2" providerId="LiveId" clId="{3B2B1572-A934-4673-966D-08FD634F712B}" dt="2026-09-24T13:06:50.364" v="510"/>
          <ac:spMkLst>
            <pc:docMk/>
            <pc:sldMk cId="2595677191" sldId="262"/>
            <ac:spMk id="11" creationId="{C4C0D5CB-10D9-7D41-48C8-9144E08CDA04}"/>
          </ac:spMkLst>
        </pc:spChg>
        <pc:spChg chg="add del mod">
          <ac:chgData name="Saurabh Sarode" userId="81a9297668b79fc2" providerId="LiveId" clId="{3B2B1572-A934-4673-966D-08FD634F712B}" dt="2026-09-24T13:07:30.753" v="521"/>
          <ac:spMkLst>
            <pc:docMk/>
            <pc:sldMk cId="2595677191" sldId="262"/>
            <ac:spMk id="14" creationId="{C47CA8E6-25AA-B0DA-FA9D-128401CC4B8B}"/>
          </ac:spMkLst>
        </pc:spChg>
        <pc:picChg chg="add del mod">
          <ac:chgData name="Saurabh Sarode" userId="81a9297668b79fc2" providerId="LiveId" clId="{3B2B1572-A934-4673-966D-08FD634F712B}" dt="2026-09-24T13:05:08.465" v="492" actId="478"/>
          <ac:picMkLst>
            <pc:docMk/>
            <pc:sldMk cId="2595677191" sldId="262"/>
            <ac:picMk id="7" creationId="{144A0BA6-1F42-EEA1-6DA5-630BE7B645B3}"/>
          </ac:picMkLst>
        </pc:picChg>
        <pc:picChg chg="add mod">
          <ac:chgData name="Saurabh Sarode" userId="81a9297668b79fc2" providerId="LiveId" clId="{3B2B1572-A934-4673-966D-08FD634F712B}" dt="2026-09-24T13:05:46.857" v="500" actId="1076"/>
          <ac:picMkLst>
            <pc:docMk/>
            <pc:sldMk cId="2595677191" sldId="262"/>
            <ac:picMk id="10" creationId="{C5A374F6-2D0E-3F1A-6942-DD0A7E944DA6}"/>
          </ac:picMkLst>
        </pc:picChg>
        <pc:picChg chg="add mod">
          <ac:chgData name="Saurabh Sarode" userId="81a9297668b79fc2" providerId="LiveId" clId="{3B2B1572-A934-4673-966D-08FD634F712B}" dt="2026-09-24T13:06:46.903" v="508" actId="931"/>
          <ac:picMkLst>
            <pc:docMk/>
            <pc:sldMk cId="2595677191" sldId="262"/>
            <ac:picMk id="13" creationId="{1D52484D-AF3A-B9BE-6C8E-01252B132C47}"/>
          </ac:picMkLst>
        </pc:picChg>
        <pc:picChg chg="add mod">
          <ac:chgData name="Saurabh Sarode" userId="81a9297668b79fc2" providerId="LiveId" clId="{3B2B1572-A934-4673-966D-08FD634F712B}" dt="2026-09-24T13:07:28.381" v="519" actId="1076"/>
          <ac:picMkLst>
            <pc:docMk/>
            <pc:sldMk cId="2595677191" sldId="262"/>
            <ac:picMk id="16" creationId="{52B6DEA9-47E8-731F-935B-B22D06D77B3B}"/>
          </ac:picMkLst>
        </pc:picChg>
      </pc:sldChg>
    </pc:docChg>
  </pc:docChgLst>
  <pc:docChgLst>
    <pc:chgData name="Guest User" providerId="Windows Live" clId="Web-{00000000-0000-0000-0000-000000000000}"/>
    <pc:docChg chg="delSld modSld">
      <pc:chgData name="Guest User" userId="" providerId="Windows Live" clId="Web-{00000000-0000-0000-0000-000000000000}" dt="2026-09-24T13:34:08.910" v="613" actId="1076"/>
      <pc:docMkLst>
        <pc:docMk/>
      </pc:docMkLst>
      <pc:sldChg chg="modSp">
        <pc:chgData name="Guest User" userId="" providerId="Windows Live" clId="Web-{00000000-0000-0000-0000-000000000000}" dt="2026-09-24T12:29:58.336" v="114" actId="14100"/>
        <pc:sldMkLst>
          <pc:docMk/>
          <pc:sldMk cId="0" sldId="257"/>
        </pc:sldMkLst>
        <pc:spChg chg="mod">
          <ac:chgData name="Guest User" userId="" providerId="Windows Live" clId="Web-{00000000-0000-0000-0000-000000000000}" dt="2026-09-24T12:29:55.711" v="112" actId="1076"/>
          <ac:spMkLst>
            <pc:docMk/>
            <pc:sldMk cId="0" sldId="257"/>
            <ac:spMk id="68" creationId="{00000000-0000-0000-0000-000000000000}"/>
          </ac:spMkLst>
        </pc:spChg>
        <pc:spChg chg="mod">
          <ac:chgData name="Guest User" userId="" providerId="Windows Live" clId="Web-{00000000-0000-0000-0000-000000000000}" dt="2026-09-24T12:04:56.089" v="25" actId="14100"/>
          <ac:spMkLst>
            <pc:docMk/>
            <pc:sldMk cId="0" sldId="257"/>
            <ac:spMk id="73" creationId="{00000000-0000-0000-0000-000000000000}"/>
          </ac:spMkLst>
        </pc:spChg>
        <pc:spChg chg="mod">
          <ac:chgData name="Guest User" userId="" providerId="Windows Live" clId="Web-{00000000-0000-0000-0000-000000000000}" dt="2026-09-24T12:29:58.336" v="114" actId="14100"/>
          <ac:spMkLst>
            <pc:docMk/>
            <pc:sldMk cId="0" sldId="257"/>
            <ac:spMk id="74" creationId="{00000000-0000-0000-0000-000000000000}"/>
          </ac:spMkLst>
        </pc:spChg>
        <pc:grpChg chg="mod">
          <ac:chgData name="Guest User" userId="" providerId="Windows Live" clId="Web-{00000000-0000-0000-0000-000000000000}" dt="2026-09-24T12:05:18.903" v="28" actId="14100"/>
          <ac:grpSpMkLst>
            <pc:docMk/>
            <pc:sldMk cId="0" sldId="257"/>
            <ac:grpSpMk id="54" creationId="{00000000-0000-0000-0000-000000000000}"/>
          </ac:grpSpMkLst>
        </pc:grpChg>
        <pc:graphicFrameChg chg="mod modGraphic">
          <ac:chgData name="Guest User" userId="" providerId="Windows Live" clId="Web-{00000000-0000-0000-0000-000000000000}" dt="2026-09-24T12:04:31.260" v="23"/>
          <ac:graphicFrameMkLst>
            <pc:docMk/>
            <pc:sldMk cId="0" sldId="257"/>
            <ac:graphicFrameMk id="77" creationId="{3339BFCE-4A0A-6A09-C3E3-71EC7C6BA154}"/>
          </ac:graphicFrameMkLst>
        </pc:graphicFrameChg>
      </pc:sldChg>
      <pc:sldChg chg="addSp delSp modSp">
        <pc:chgData name="Guest User" userId="" providerId="Windows Live" clId="Web-{00000000-0000-0000-0000-000000000000}" dt="2026-09-24T13:26:35.986" v="520" actId="1076"/>
        <pc:sldMkLst>
          <pc:docMk/>
          <pc:sldMk cId="0" sldId="258"/>
        </pc:sldMkLst>
        <pc:spChg chg="mod">
          <ac:chgData name="Guest User" userId="" providerId="Windows Live" clId="Web-{00000000-0000-0000-0000-000000000000}" dt="2026-09-24T13:14:28.348" v="454" actId="1076"/>
          <ac:spMkLst>
            <pc:docMk/>
            <pc:sldMk cId="0" sldId="258"/>
            <ac:spMk id="15" creationId="{00000000-0000-0000-0000-000000000000}"/>
          </ac:spMkLst>
        </pc:spChg>
        <pc:spChg chg="mod">
          <ac:chgData name="Guest User" userId="" providerId="Windows Live" clId="Web-{00000000-0000-0000-0000-000000000000}" dt="2026-09-24T13:14:53.442" v="457" actId="1076"/>
          <ac:spMkLst>
            <pc:docMk/>
            <pc:sldMk cId="0" sldId="258"/>
            <ac:spMk id="21" creationId="{00000000-0000-0000-0000-000000000000}"/>
          </ac:spMkLst>
        </pc:spChg>
        <pc:spChg chg="mod">
          <ac:chgData name="Guest User" userId="" providerId="Windows Live" clId="Web-{00000000-0000-0000-0000-000000000000}" dt="2026-09-24T13:14:40.004" v="455" actId="1076"/>
          <ac:spMkLst>
            <pc:docMk/>
            <pc:sldMk cId="0" sldId="258"/>
            <ac:spMk id="27" creationId="{00000000-0000-0000-0000-000000000000}"/>
          </ac:spMkLst>
        </pc:spChg>
        <pc:spChg chg="add mod">
          <ac:chgData name="Guest User" userId="" providerId="Windows Live" clId="Web-{00000000-0000-0000-0000-000000000000}" dt="2026-09-24T13:20:25.174" v="477" actId="688"/>
          <ac:spMkLst>
            <pc:docMk/>
            <pc:sldMk cId="0" sldId="258"/>
            <ac:spMk id="28" creationId="{EF9BB211-30C3-EFEF-DEE6-DBDF3C440C08}"/>
          </ac:spMkLst>
        </pc:spChg>
        <pc:spChg chg="add del mod">
          <ac:chgData name="Guest User" userId="" providerId="Windows Live" clId="Web-{00000000-0000-0000-0000-000000000000}" dt="2026-09-24T13:20:48.816" v="480"/>
          <ac:spMkLst>
            <pc:docMk/>
            <pc:sldMk cId="0" sldId="258"/>
            <ac:spMk id="30" creationId="{A1FEC444-B868-7B32-4A2D-8CD2923396B3}"/>
          </ac:spMkLst>
        </pc:spChg>
        <pc:spChg chg="add mod">
          <ac:chgData name="Guest User" userId="" providerId="Windows Live" clId="Web-{00000000-0000-0000-0000-000000000000}" dt="2026-09-24T13:26:35.986" v="520" actId="1076"/>
          <ac:spMkLst>
            <pc:docMk/>
            <pc:sldMk cId="0" sldId="258"/>
            <ac:spMk id="32" creationId="{5516E2BA-C9BD-F708-8127-54DEE72E665A}"/>
          </ac:spMkLst>
        </pc:spChg>
        <pc:picChg chg="add del mod">
          <ac:chgData name="Guest User" userId="" providerId="Windows Live" clId="Web-{00000000-0000-0000-0000-000000000000}" dt="2026-09-24T13:26:34.079" v="519"/>
          <ac:picMkLst>
            <pc:docMk/>
            <pc:sldMk cId="0" sldId="258"/>
            <ac:picMk id="34" creationId="{1DD84EAC-64EA-E9D0-B9F5-6419D206F97C}"/>
          </ac:picMkLst>
        </pc:picChg>
      </pc:sldChg>
      <pc:sldChg chg="modSp">
        <pc:chgData name="Guest User" userId="" providerId="Windows Live" clId="Web-{00000000-0000-0000-0000-000000000000}" dt="2026-09-24T12:36:42.055" v="129" actId="20577"/>
        <pc:sldMkLst>
          <pc:docMk/>
          <pc:sldMk cId="0" sldId="259"/>
        </pc:sldMkLst>
        <pc:spChg chg="mod">
          <ac:chgData name="Guest User" userId="" providerId="Windows Live" clId="Web-{00000000-0000-0000-0000-000000000000}" dt="2026-09-24T12:36:42.055" v="129" actId="20577"/>
          <ac:spMkLst>
            <pc:docMk/>
            <pc:sldMk cId="0" sldId="259"/>
            <ac:spMk id="8" creationId="{00000000-0000-0000-0000-000000000000}"/>
          </ac:spMkLst>
        </pc:spChg>
        <pc:picChg chg="mod">
          <ac:chgData name="Guest User" userId="" providerId="Windows Live" clId="Web-{00000000-0000-0000-0000-000000000000}" dt="2026-09-24T12:23:22.774" v="75" actId="1076"/>
          <ac:picMkLst>
            <pc:docMk/>
            <pc:sldMk cId="0" sldId="259"/>
            <ac:picMk id="63" creationId="{0444E63B-B21E-44FB-B11D-39162D1924DD}"/>
          </ac:picMkLst>
        </pc:picChg>
      </pc:sldChg>
      <pc:sldChg chg="addSp delSp modSp">
        <pc:chgData name="Guest User" userId="" providerId="Windows Live" clId="Web-{00000000-0000-0000-0000-000000000000}" dt="2026-09-24T13:34:08.910" v="613" actId="1076"/>
        <pc:sldMkLst>
          <pc:docMk/>
          <pc:sldMk cId="0" sldId="260"/>
        </pc:sldMkLst>
        <pc:spChg chg="add del">
          <ac:chgData name="Guest User" userId="" providerId="Windows Live" clId="Web-{00000000-0000-0000-0000-000000000000}" dt="2026-09-24T12:29:59.117" v="115"/>
          <ac:spMkLst>
            <pc:docMk/>
            <pc:sldMk cId="0" sldId="260"/>
            <ac:spMk id="2" creationId="{00000000-0000-0000-0000-000000000000}"/>
          </ac:spMkLst>
        </pc:spChg>
        <pc:spChg chg="add del mod">
          <ac:chgData name="Guest User" userId="" providerId="Windows Live" clId="Web-{00000000-0000-0000-0000-000000000000}" dt="2026-09-24T12:55:45.147" v="247"/>
          <ac:spMkLst>
            <pc:docMk/>
            <pc:sldMk cId="0" sldId="260"/>
            <ac:spMk id="2" creationId="{A9AB8089-3C28-274E-607E-61F4FBC896B3}"/>
          </ac:spMkLst>
        </pc:spChg>
        <pc:spChg chg="add del mod">
          <ac:chgData name="Guest User" userId="" providerId="Windows Live" clId="Web-{00000000-0000-0000-0000-000000000000}" dt="2026-09-24T13:13:26.720" v="453"/>
          <ac:spMkLst>
            <pc:docMk/>
            <pc:sldMk cId="0" sldId="260"/>
            <ac:spMk id="11" creationId="{D9A18F82-10C7-A52D-8D4A-1BD1BBFE1694}"/>
          </ac:spMkLst>
        </pc:spChg>
        <pc:spChg chg="add del mod">
          <ac:chgData name="Guest User" userId="" providerId="Windows Live" clId="Web-{00000000-0000-0000-0000-000000000000}" dt="2026-09-24T12:55:48.382" v="248"/>
          <ac:spMkLst>
            <pc:docMk/>
            <pc:sldMk cId="0" sldId="260"/>
            <ac:spMk id="19" creationId="{8D40C63B-8938-BD90-B9F4-783A29CF8547}"/>
          </ac:spMkLst>
        </pc:spChg>
        <pc:spChg chg="add del mod">
          <ac:chgData name="Guest User" userId="" providerId="Windows Live" clId="Web-{00000000-0000-0000-0000-000000000000}" dt="2026-09-24T12:55:50.476" v="249"/>
          <ac:spMkLst>
            <pc:docMk/>
            <pc:sldMk cId="0" sldId="260"/>
            <ac:spMk id="23" creationId="{A75590B0-556E-5961-399D-EECECD7161CF}"/>
          </ac:spMkLst>
        </pc:spChg>
        <pc:spChg chg="add mod">
          <ac:chgData name="Guest User" userId="" providerId="Windows Live" clId="Web-{00000000-0000-0000-0000-000000000000}" dt="2026-09-24T12:41:57.255" v="174" actId="1076"/>
          <ac:spMkLst>
            <pc:docMk/>
            <pc:sldMk cId="0" sldId="260"/>
            <ac:spMk id="25" creationId="{19FFD201-8BD0-1619-73E7-081B98852837}"/>
          </ac:spMkLst>
        </pc:spChg>
        <pc:spChg chg="del">
          <ac:chgData name="Guest User" userId="" providerId="Windows Live" clId="Web-{00000000-0000-0000-0000-000000000000}" dt="2026-09-24T12:56:09.148" v="251"/>
          <ac:spMkLst>
            <pc:docMk/>
            <pc:sldMk cId="0" sldId="260"/>
            <ac:spMk id="36" creationId="{09B2131A-BB8E-ADA3-A914-AF455670936B}"/>
          </ac:spMkLst>
        </pc:spChg>
        <pc:spChg chg="add mod">
          <ac:chgData name="Guest User" userId="" providerId="Windows Live" clId="Web-{00000000-0000-0000-0000-000000000000}" dt="2026-09-24T13:33:57.206" v="611" actId="1076"/>
          <ac:spMkLst>
            <pc:docMk/>
            <pc:sldMk cId="0" sldId="260"/>
            <ac:spMk id="55" creationId="{0477B445-B09D-78DA-A8C6-51BD4FA8804B}"/>
          </ac:spMkLst>
        </pc:spChg>
        <pc:spChg chg="add del mod">
          <ac:chgData name="Guest User" userId="" providerId="Windows Live" clId="Web-{00000000-0000-0000-0000-000000000000}" dt="2026-09-24T13:30:05.947" v="535"/>
          <ac:spMkLst>
            <pc:docMk/>
            <pc:sldMk cId="0" sldId="260"/>
            <ac:spMk id="56" creationId="{61D7EF7C-E45E-3341-E59F-02C946686C16}"/>
          </ac:spMkLst>
        </pc:spChg>
        <pc:spChg chg="add mod">
          <ac:chgData name="Guest User" userId="" providerId="Windows Live" clId="Web-{00000000-0000-0000-0000-000000000000}" dt="2026-09-24T13:33:48.987" v="610" actId="20577"/>
          <ac:spMkLst>
            <pc:docMk/>
            <pc:sldMk cId="0" sldId="260"/>
            <ac:spMk id="57" creationId="{B4E728A7-6AD5-C971-2C1E-C467308FC966}"/>
          </ac:spMkLst>
        </pc:spChg>
        <pc:grpChg chg="add del mod">
          <ac:chgData name="Guest User" userId="" providerId="Windows Live" clId="Web-{00000000-0000-0000-0000-000000000000}" dt="2026-09-24T12:55:31.178" v="243"/>
          <ac:grpSpMkLst>
            <pc:docMk/>
            <pc:sldMk cId="0" sldId="260"/>
            <ac:grpSpMk id="15" creationId="{16B37E0B-A3A4-ACC7-528A-E98215B2A3A6}"/>
          </ac:grpSpMkLst>
        </pc:grpChg>
        <pc:graphicFrameChg chg="mod modGraphic">
          <ac:chgData name="Guest User" userId="" providerId="Windows Live" clId="Web-{00000000-0000-0000-0000-000000000000}" dt="2026-09-24T13:28:07.708" v="525"/>
          <ac:graphicFrameMkLst>
            <pc:docMk/>
            <pc:sldMk cId="0" sldId="260"/>
            <ac:graphicFrameMk id="11" creationId="{4CF7B61B-E951-719B-F655-EC04CE848831}"/>
          </ac:graphicFrameMkLst>
        </pc:graphicFrameChg>
        <pc:graphicFrameChg chg="mod modGraphic">
          <ac:chgData name="Guest User" userId="" providerId="Windows Live" clId="Web-{00000000-0000-0000-0000-000000000000}" dt="2026-09-24T13:10:39.182" v="444"/>
          <ac:graphicFrameMkLst>
            <pc:docMk/>
            <pc:sldMk cId="0" sldId="260"/>
            <ac:graphicFrameMk id="37" creationId="{2DAFB635-3A2D-587E-9A4B-1DB3D9A5C360}"/>
          </ac:graphicFrameMkLst>
        </pc:graphicFrameChg>
        <pc:picChg chg="mod">
          <ac:chgData name="Guest User" userId="" providerId="Windows Live" clId="Web-{00000000-0000-0000-0000-000000000000}" dt="2026-09-24T13:07:11.471" v="377" actId="1076"/>
          <ac:picMkLst>
            <pc:docMk/>
            <pc:sldMk cId="0" sldId="260"/>
            <ac:picMk id="10" creationId="{4E6EC9EB-063B-AD64-846B-3DDDC2D5D69D}"/>
          </ac:picMkLst>
        </pc:picChg>
        <pc:picChg chg="mod">
          <ac:chgData name="Guest User" userId="" providerId="Windows Live" clId="Web-{00000000-0000-0000-0000-000000000000}" dt="2026-09-24T13:09:41.930" v="420" actId="1076"/>
          <ac:picMkLst>
            <pc:docMk/>
            <pc:sldMk cId="0" sldId="260"/>
            <ac:picMk id="12" creationId="{173C0BD4-8CB3-4450-37F9-169A5FA590BD}"/>
          </ac:picMkLst>
        </pc:picChg>
        <pc:picChg chg="mod">
          <ac:chgData name="Guest User" userId="" providerId="Windows Live" clId="Web-{00000000-0000-0000-0000-000000000000}" dt="2026-09-24T13:11:30.372" v="447" actId="1076"/>
          <ac:picMkLst>
            <pc:docMk/>
            <pc:sldMk cId="0" sldId="260"/>
            <ac:picMk id="14" creationId="{B14BAF8B-6D1A-180B-E7A6-415889D62B15}"/>
          </ac:picMkLst>
        </pc:picChg>
        <pc:picChg chg="mod">
          <ac:chgData name="Guest User" userId="" providerId="Windows Live" clId="Web-{00000000-0000-0000-0000-000000000000}" dt="2026-09-24T13:34:08.910" v="613" actId="1076"/>
          <ac:picMkLst>
            <pc:docMk/>
            <pc:sldMk cId="0" sldId="260"/>
            <ac:picMk id="16" creationId="{437961F4-9F1B-A048-303F-93FB20A512E9}"/>
          </ac:picMkLst>
        </pc:picChg>
        <pc:picChg chg="mod">
          <ac:chgData name="Guest User" userId="" providerId="Windows Live" clId="Web-{00000000-0000-0000-0000-000000000000}" dt="2026-09-24T13:10:12.588" v="427" actId="1076"/>
          <ac:picMkLst>
            <pc:docMk/>
            <pc:sldMk cId="0" sldId="260"/>
            <ac:picMk id="39" creationId="{8BFE0DD1-EC0A-64A7-19A8-121A5EDE4440}"/>
          </ac:picMkLst>
        </pc:picChg>
      </pc:sldChg>
      <pc:sldChg chg="addSp modSp">
        <pc:chgData name="Guest User" userId="" providerId="Windows Live" clId="Web-{00000000-0000-0000-0000-000000000000}" dt="2026-09-24T12:36:50.602" v="130" actId="20577"/>
        <pc:sldMkLst>
          <pc:docMk/>
          <pc:sldMk cId="0" sldId="261"/>
        </pc:sldMkLst>
        <pc:spChg chg="add mod">
          <ac:chgData name="Guest User" userId="" providerId="Windows Live" clId="Web-{00000000-0000-0000-0000-000000000000}" dt="2026-09-24T12:30:42.775" v="120" actId="1076"/>
          <ac:spMkLst>
            <pc:docMk/>
            <pc:sldMk cId="0" sldId="261"/>
            <ac:spMk id="3" creationId="{28B5525D-9FEE-E6C5-6787-9D0523D1D731}"/>
          </ac:spMkLst>
        </pc:spChg>
        <pc:spChg chg="mod">
          <ac:chgData name="Guest User" userId="" providerId="Windows Live" clId="Web-{00000000-0000-0000-0000-000000000000}" dt="2026-09-24T12:36:50.602" v="130" actId="20577"/>
          <ac:spMkLst>
            <pc:docMk/>
            <pc:sldMk cId="0" sldId="261"/>
            <ac:spMk id="21" creationId="{00000000-0000-0000-0000-000000000000}"/>
          </ac:spMkLst>
        </pc:spChg>
        <pc:spChg chg="mod">
          <ac:chgData name="Guest User" userId="" providerId="Windows Live" clId="Web-{00000000-0000-0000-0000-000000000000}" dt="2026-09-24T12:16:37.117" v="48" actId="1076"/>
          <ac:spMkLst>
            <pc:docMk/>
            <pc:sldMk cId="0" sldId="261"/>
            <ac:spMk id="26" creationId="{00000000-0000-0000-0000-000000000000}"/>
          </ac:spMkLst>
        </pc:spChg>
        <pc:spChg chg="mod">
          <ac:chgData name="Guest User" userId="" providerId="Windows Live" clId="Web-{00000000-0000-0000-0000-000000000000}" dt="2026-09-24T12:22:35.381" v="74" actId="20577"/>
          <ac:spMkLst>
            <pc:docMk/>
            <pc:sldMk cId="0" sldId="261"/>
            <ac:spMk id="27" creationId="{00000000-0000-0000-0000-000000000000}"/>
          </ac:spMkLst>
        </pc:spChg>
        <pc:spChg chg="mod">
          <ac:chgData name="Guest User" userId="" providerId="Windows Live" clId="Web-{00000000-0000-0000-0000-000000000000}" dt="2026-09-24T12:30:00.711" v="118" actId="20577"/>
          <ac:spMkLst>
            <pc:docMk/>
            <pc:sldMk cId="0" sldId="261"/>
            <ac:spMk id="34" creationId="{CA85AAAD-CD23-45F4-C1AC-A78CB19F81BE}"/>
          </ac:spMkLst>
        </pc:spChg>
      </pc:sldChg>
      <pc:sldChg chg="addSp modSp del">
        <pc:chgData name="Guest User" userId="" providerId="Windows Live" clId="Web-{00000000-0000-0000-0000-000000000000}" dt="2026-09-24T13:28:15.943" v="526"/>
        <pc:sldMkLst>
          <pc:docMk/>
          <pc:sldMk cId="2595677191" sldId="262"/>
        </pc:sldMkLst>
        <pc:spChg chg="add mod">
          <ac:chgData name="Guest User" userId="" providerId="Windows Live" clId="Web-{00000000-0000-0000-0000-000000000000}" dt="2026-09-24T12:43:49.681" v="176"/>
          <ac:spMkLst>
            <pc:docMk/>
            <pc:sldMk cId="2595677191" sldId="262"/>
            <ac:spMk id="2" creationId="{EC78E616-04F8-96C8-6297-8D2B47CC03A9}"/>
          </ac:spMkLst>
        </pc:spChg>
        <pc:spChg chg="add">
          <ac:chgData name="Guest User" userId="" providerId="Windows Live" clId="Web-{00000000-0000-0000-0000-000000000000}" dt="2026-09-24T12:56:00.742" v="250"/>
          <ac:spMkLst>
            <pc:docMk/>
            <pc:sldMk cId="2595677191" sldId="262"/>
            <ac:spMk id="6" creationId="{0829EB5A-1043-718E-3F85-4C79C29BC04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AD1A09-B325-453D-85D1-99D8FBCAF76F}" type="doc">
      <dgm:prSet loTypeId="urn:microsoft.com/office/officeart/2005/8/layout/chevron1" loCatId="process" qsTypeId="urn:microsoft.com/office/officeart/2005/8/quickstyle/simple1#14" qsCatId="simple" csTypeId="urn:microsoft.com/office/officeart/2005/8/colors/accent1_2#14" csCatId="accent1" phldr="1"/>
      <dgm:spPr/>
    </dgm:pt>
    <dgm:pt modelId="{30E6C39C-5607-4FCC-AD45-641511E2A076}">
      <dgm:prSet phldrT="[Text]" phldr="1"/>
      <dgm:spPr/>
      <dgm:t>
        <a:bodyPr/>
        <a:lstStyle/>
        <a:p>
          <a:endParaRPr lang="en-IN"/>
        </a:p>
      </dgm:t>
    </dgm:pt>
    <dgm:pt modelId="{A33D2BD0-F03E-406D-BACA-5A4719FA0704}" type="parTrans" cxnId="{9BB12F96-03E7-433D-A021-D11C7EADACA3}">
      <dgm:prSet/>
      <dgm:spPr/>
      <dgm:t>
        <a:bodyPr/>
        <a:lstStyle/>
        <a:p>
          <a:endParaRPr lang="en-IN"/>
        </a:p>
      </dgm:t>
    </dgm:pt>
    <dgm:pt modelId="{6637282B-BEE0-40F0-8584-19F8D9DBC448}" type="sibTrans" cxnId="{9BB12F96-03E7-433D-A021-D11C7EADACA3}">
      <dgm:prSet/>
      <dgm:spPr/>
      <dgm:t>
        <a:bodyPr/>
        <a:lstStyle/>
        <a:p>
          <a:endParaRPr lang="en-IN"/>
        </a:p>
      </dgm:t>
    </dgm:pt>
    <dgm:pt modelId="{B454C63A-A911-47F7-99ED-24D60776B931}">
      <dgm:prSet phldrT="[Text]" phldr="1"/>
      <dgm:spPr/>
      <dgm:t>
        <a:bodyPr/>
        <a:lstStyle/>
        <a:p>
          <a:endParaRPr lang="en-IN"/>
        </a:p>
      </dgm:t>
    </dgm:pt>
    <dgm:pt modelId="{A5CA4FA0-8DBD-41D6-B5D8-537BA238A3FE}" type="parTrans" cxnId="{20A0B184-0164-4645-BFE1-311C93D8FBD6}">
      <dgm:prSet/>
      <dgm:spPr/>
      <dgm:t>
        <a:bodyPr/>
        <a:lstStyle/>
        <a:p>
          <a:endParaRPr lang="en-IN"/>
        </a:p>
      </dgm:t>
    </dgm:pt>
    <dgm:pt modelId="{054A867D-B869-4117-A16D-FE7271888048}" type="sibTrans" cxnId="{20A0B184-0164-4645-BFE1-311C93D8FBD6}">
      <dgm:prSet/>
      <dgm:spPr/>
      <dgm:t>
        <a:bodyPr/>
        <a:lstStyle/>
        <a:p>
          <a:endParaRPr lang="en-IN"/>
        </a:p>
      </dgm:t>
    </dgm:pt>
    <dgm:pt modelId="{9E486FC7-5CD7-49E9-9CFA-097F4635A068}">
      <dgm:prSet phldrT="[Text]" phldr="1"/>
      <dgm:spPr/>
      <dgm:t>
        <a:bodyPr/>
        <a:lstStyle/>
        <a:p>
          <a:endParaRPr lang="en-IN"/>
        </a:p>
      </dgm:t>
    </dgm:pt>
    <dgm:pt modelId="{1CCFE828-6216-49B3-A9BC-B84FDD58C664}" type="parTrans" cxnId="{26565D22-DA64-4CD0-BD6D-8789E1F9D039}">
      <dgm:prSet/>
      <dgm:spPr/>
      <dgm:t>
        <a:bodyPr/>
        <a:lstStyle/>
        <a:p>
          <a:endParaRPr lang="en-IN"/>
        </a:p>
      </dgm:t>
    </dgm:pt>
    <dgm:pt modelId="{9D158255-22B3-44B0-B232-A859F55C7C48}" type="sibTrans" cxnId="{26565D22-DA64-4CD0-BD6D-8789E1F9D039}">
      <dgm:prSet/>
      <dgm:spPr/>
      <dgm:t>
        <a:bodyPr/>
        <a:lstStyle/>
        <a:p>
          <a:endParaRPr lang="en-IN"/>
        </a:p>
      </dgm:t>
    </dgm:pt>
    <dgm:pt modelId="{2FAF527E-4A63-4BE9-A77F-8F9672F6741F}">
      <dgm:prSet phldrT="[Text]" phldr="0"/>
      <dgm:spPr/>
      <dgm:t>
        <a:bodyPr/>
        <a:lstStyle/>
        <a:p>
          <a:endParaRPr lang="en-IN"/>
        </a:p>
      </dgm:t>
    </dgm:pt>
    <dgm:pt modelId="{5324FAA7-E269-4288-BF64-C8322D0C6EC6}" type="parTrans" cxnId="{CC4D5882-1741-46E2-A51B-984BDE513B54}">
      <dgm:prSet/>
      <dgm:spPr/>
    </dgm:pt>
    <dgm:pt modelId="{CAB0FFFC-4194-4244-8809-89FE236D580C}" type="sibTrans" cxnId="{CC4D5882-1741-46E2-A51B-984BDE513B54}">
      <dgm:prSet/>
      <dgm:spPr/>
    </dgm:pt>
    <dgm:pt modelId="{4477E069-C110-400D-BBC4-DE7EBB48A8CC}" type="pres">
      <dgm:prSet presAssocID="{E7AD1A09-B325-453D-85D1-99D8FBCAF76F}" presName="Name0" presStyleCnt="0">
        <dgm:presLayoutVars>
          <dgm:dir/>
          <dgm:animLvl val="lvl"/>
          <dgm:resizeHandles val="exact"/>
        </dgm:presLayoutVars>
      </dgm:prSet>
      <dgm:spPr/>
    </dgm:pt>
    <dgm:pt modelId="{3767CDC8-082A-4603-AA69-4D2162921A7C}" type="pres">
      <dgm:prSet presAssocID="{30E6C39C-5607-4FCC-AD45-641511E2A076}" presName="parTxOnly" presStyleLbl="node1" presStyleIdx="0" presStyleCnt="4">
        <dgm:presLayoutVars>
          <dgm:chMax val="0"/>
          <dgm:chPref val="0"/>
          <dgm:bulletEnabled val="1"/>
        </dgm:presLayoutVars>
      </dgm:prSet>
      <dgm:spPr/>
    </dgm:pt>
    <dgm:pt modelId="{1E1FCDC5-7C86-4865-95A5-0D856860C8AC}" type="pres">
      <dgm:prSet presAssocID="{6637282B-BEE0-40F0-8584-19F8D9DBC448}" presName="parTxOnlySpace" presStyleCnt="0"/>
      <dgm:spPr/>
    </dgm:pt>
    <dgm:pt modelId="{1F31DB38-F7CB-4EFD-BC2C-A89927255C5B}" type="pres">
      <dgm:prSet presAssocID="{B454C63A-A911-47F7-99ED-24D60776B931}" presName="parTxOnly" presStyleLbl="node1" presStyleIdx="1" presStyleCnt="4">
        <dgm:presLayoutVars>
          <dgm:chMax val="0"/>
          <dgm:chPref val="0"/>
          <dgm:bulletEnabled val="1"/>
        </dgm:presLayoutVars>
      </dgm:prSet>
      <dgm:spPr/>
    </dgm:pt>
    <dgm:pt modelId="{4E631541-6890-4E6E-80F6-3FCCE3AC8E9A}" type="pres">
      <dgm:prSet presAssocID="{054A867D-B869-4117-A16D-FE7271888048}" presName="parTxOnlySpace" presStyleCnt="0"/>
      <dgm:spPr/>
    </dgm:pt>
    <dgm:pt modelId="{7468FDD4-DF2F-40C3-951A-25EDB5850102}" type="pres">
      <dgm:prSet presAssocID="{9E486FC7-5CD7-49E9-9CFA-097F4635A068}" presName="parTxOnly" presStyleLbl="node1" presStyleIdx="2" presStyleCnt="4">
        <dgm:presLayoutVars>
          <dgm:chMax val="0"/>
          <dgm:chPref val="0"/>
          <dgm:bulletEnabled val="1"/>
        </dgm:presLayoutVars>
      </dgm:prSet>
      <dgm:spPr/>
    </dgm:pt>
    <dgm:pt modelId="{EDF30DD7-4F4F-424B-B2A3-153C242005FF}" type="pres">
      <dgm:prSet presAssocID="{9D158255-22B3-44B0-B232-A859F55C7C48}" presName="parTxOnlySpace" presStyleCnt="0"/>
      <dgm:spPr/>
    </dgm:pt>
    <dgm:pt modelId="{C1DFC957-1A50-44A9-8FA5-11577376F752}" type="pres">
      <dgm:prSet presAssocID="{2FAF527E-4A63-4BE9-A77F-8F9672F6741F}" presName="parTxOnly" presStyleLbl="node1" presStyleIdx="3" presStyleCnt="4">
        <dgm:presLayoutVars>
          <dgm:chMax val="0"/>
          <dgm:chPref val="0"/>
          <dgm:bulletEnabled val="1"/>
        </dgm:presLayoutVars>
      </dgm:prSet>
      <dgm:spPr/>
    </dgm:pt>
  </dgm:ptLst>
  <dgm:cxnLst>
    <dgm:cxn modelId="{26565D22-DA64-4CD0-BD6D-8789E1F9D039}" srcId="{E7AD1A09-B325-453D-85D1-99D8FBCAF76F}" destId="{9E486FC7-5CD7-49E9-9CFA-097F4635A068}" srcOrd="2" destOrd="0" parTransId="{1CCFE828-6216-49B3-A9BC-B84FDD58C664}" sibTransId="{9D158255-22B3-44B0-B232-A859F55C7C48}"/>
    <dgm:cxn modelId="{918F6145-FCD0-4CEF-A1C1-A71B49F1DFEA}" type="presOf" srcId="{E7AD1A09-B325-453D-85D1-99D8FBCAF76F}" destId="{4477E069-C110-400D-BBC4-DE7EBB48A8CC}" srcOrd="0" destOrd="0" presId="urn:microsoft.com/office/officeart/2005/8/layout/chevron1"/>
    <dgm:cxn modelId="{7C18075A-198F-4844-A745-052790F213D2}" type="presOf" srcId="{B454C63A-A911-47F7-99ED-24D60776B931}" destId="{1F31DB38-F7CB-4EFD-BC2C-A89927255C5B}" srcOrd="0" destOrd="0" presId="urn:microsoft.com/office/officeart/2005/8/layout/chevron1"/>
    <dgm:cxn modelId="{44813C7D-4042-4765-AB81-3E68995C5A88}" type="presOf" srcId="{30E6C39C-5607-4FCC-AD45-641511E2A076}" destId="{3767CDC8-082A-4603-AA69-4D2162921A7C}" srcOrd="0" destOrd="0" presId="urn:microsoft.com/office/officeart/2005/8/layout/chevron1"/>
    <dgm:cxn modelId="{CC4D5882-1741-46E2-A51B-984BDE513B54}" srcId="{E7AD1A09-B325-453D-85D1-99D8FBCAF76F}" destId="{2FAF527E-4A63-4BE9-A77F-8F9672F6741F}" srcOrd="3" destOrd="0" parTransId="{5324FAA7-E269-4288-BF64-C8322D0C6EC6}" sibTransId="{CAB0FFFC-4194-4244-8809-89FE236D580C}"/>
    <dgm:cxn modelId="{20A0B184-0164-4645-BFE1-311C93D8FBD6}" srcId="{E7AD1A09-B325-453D-85D1-99D8FBCAF76F}" destId="{B454C63A-A911-47F7-99ED-24D60776B931}" srcOrd="1" destOrd="0" parTransId="{A5CA4FA0-8DBD-41D6-B5D8-537BA238A3FE}" sibTransId="{054A867D-B869-4117-A16D-FE7271888048}"/>
    <dgm:cxn modelId="{9BB12F96-03E7-433D-A021-D11C7EADACA3}" srcId="{E7AD1A09-B325-453D-85D1-99D8FBCAF76F}" destId="{30E6C39C-5607-4FCC-AD45-641511E2A076}" srcOrd="0" destOrd="0" parTransId="{A33D2BD0-F03E-406D-BACA-5A4719FA0704}" sibTransId="{6637282B-BEE0-40F0-8584-19F8D9DBC448}"/>
    <dgm:cxn modelId="{20BFB2C5-C77D-48B5-A249-3B98C77A25E7}" type="presOf" srcId="{2FAF527E-4A63-4BE9-A77F-8F9672F6741F}" destId="{C1DFC957-1A50-44A9-8FA5-11577376F752}" srcOrd="0" destOrd="0" presId="urn:microsoft.com/office/officeart/2005/8/layout/chevron1"/>
    <dgm:cxn modelId="{E77049F9-3F7C-48DC-AEA1-76D4B2CBAA71}" type="presOf" srcId="{9E486FC7-5CD7-49E9-9CFA-097F4635A068}" destId="{7468FDD4-DF2F-40C3-951A-25EDB5850102}" srcOrd="0" destOrd="0" presId="urn:microsoft.com/office/officeart/2005/8/layout/chevron1"/>
    <dgm:cxn modelId="{1E11C262-90A3-4F96-9D39-9050CD5A6238}" type="presParOf" srcId="{4477E069-C110-400D-BBC4-DE7EBB48A8CC}" destId="{3767CDC8-082A-4603-AA69-4D2162921A7C}" srcOrd="0" destOrd="0" presId="urn:microsoft.com/office/officeart/2005/8/layout/chevron1"/>
    <dgm:cxn modelId="{EF1BE594-2FF3-4286-9996-1FFB3165E594}" type="presParOf" srcId="{4477E069-C110-400D-BBC4-DE7EBB48A8CC}" destId="{1E1FCDC5-7C86-4865-95A5-0D856860C8AC}" srcOrd="1" destOrd="0" presId="urn:microsoft.com/office/officeart/2005/8/layout/chevron1"/>
    <dgm:cxn modelId="{A30D3BEA-D2F5-4B0C-A3B5-4B5ADBF76683}" type="presParOf" srcId="{4477E069-C110-400D-BBC4-DE7EBB48A8CC}" destId="{1F31DB38-F7CB-4EFD-BC2C-A89927255C5B}" srcOrd="2" destOrd="0" presId="urn:microsoft.com/office/officeart/2005/8/layout/chevron1"/>
    <dgm:cxn modelId="{13ADB940-9394-438E-B4CC-5E2E68542D13}" type="presParOf" srcId="{4477E069-C110-400D-BBC4-DE7EBB48A8CC}" destId="{4E631541-6890-4E6E-80F6-3FCCE3AC8E9A}" srcOrd="3" destOrd="0" presId="urn:microsoft.com/office/officeart/2005/8/layout/chevron1"/>
    <dgm:cxn modelId="{035D62B3-C79A-4F49-9A5E-492C8DF8488D}" type="presParOf" srcId="{4477E069-C110-400D-BBC4-DE7EBB48A8CC}" destId="{7468FDD4-DF2F-40C3-951A-25EDB5850102}" srcOrd="4" destOrd="0" presId="urn:microsoft.com/office/officeart/2005/8/layout/chevron1"/>
    <dgm:cxn modelId="{EE8F076F-A9E5-4C21-A047-8F38E7065132}" type="presParOf" srcId="{4477E069-C110-400D-BBC4-DE7EBB48A8CC}" destId="{EDF30DD7-4F4F-424B-B2A3-153C242005FF}" srcOrd="5" destOrd="0" presId="urn:microsoft.com/office/officeart/2005/8/layout/chevron1"/>
    <dgm:cxn modelId="{AE7A147B-7E5F-43CF-8858-A5269F4028C4}" type="presParOf" srcId="{4477E069-C110-400D-BBC4-DE7EBB48A8CC}" destId="{C1DFC957-1A50-44A9-8FA5-11577376F752}" srcOrd="6" destOrd="0" presId="urn:microsoft.com/office/officeart/2005/8/layout/chevron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A120C8-7001-4146-A391-31984681E935}" type="doc">
      <dgm:prSet loTypeId="urn:microsoft.com/office/officeart/2005/8/layout/chevron1" loCatId="process" qsTypeId="urn:microsoft.com/office/officeart/2005/8/quickstyle/simple2#14" qsCatId="simple" csTypeId="urn:microsoft.com/office/officeart/2005/8/colors/accent1_2#1" csCatId="accent1" phldr="1"/>
      <dgm:spPr/>
    </dgm:pt>
    <dgm:pt modelId="{E46154C3-585B-4EA2-922F-1E5CA935A460}">
      <dgm:prSet phldrT="[Text]"/>
      <dgm:spPr/>
      <dgm:t>
        <a:bodyPr/>
        <a:lstStyle/>
        <a:p>
          <a:pPr>
            <a:buNone/>
          </a:pPr>
          <a:r>
            <a:rPr lang="en-IN" b="1"/>
            <a:t>🛡️ Verified Workers</a:t>
          </a:r>
        </a:p>
      </dgm:t>
    </dgm:pt>
    <dgm:pt modelId="{0D7AB7E8-F437-442E-B16E-D085DC3BE109}" type="parTrans" cxnId="{64AF5777-7224-4FCC-B516-9D21BE971F2F}">
      <dgm:prSet/>
      <dgm:spPr/>
      <dgm:t>
        <a:bodyPr/>
        <a:lstStyle/>
        <a:p>
          <a:endParaRPr lang="en-IN"/>
        </a:p>
      </dgm:t>
    </dgm:pt>
    <dgm:pt modelId="{96A7412A-2866-413F-B048-4601EF67CA50}" type="sibTrans" cxnId="{64AF5777-7224-4FCC-B516-9D21BE971F2F}">
      <dgm:prSet/>
      <dgm:spPr/>
      <dgm:t>
        <a:bodyPr/>
        <a:lstStyle/>
        <a:p>
          <a:endParaRPr lang="en-IN"/>
        </a:p>
      </dgm:t>
    </dgm:pt>
    <dgm:pt modelId="{0DFE39AB-00FA-4925-B588-8F947BC0995A}">
      <dgm:prSet phldrT="[Text]"/>
      <dgm:spPr/>
      <dgm:t>
        <a:bodyPr/>
        <a:lstStyle/>
        <a:p>
          <a:pPr>
            <a:buNone/>
          </a:pPr>
          <a:r>
            <a:rPr lang="en-IN"/>
            <a:t>⚡ Faster Booking </a:t>
          </a:r>
        </a:p>
      </dgm:t>
    </dgm:pt>
    <dgm:pt modelId="{62E97839-B9DD-4AEB-B585-B8CD3AC666E0}" type="parTrans" cxnId="{6AF33BD7-555E-4C2F-A0C3-0A9CCCC72145}">
      <dgm:prSet/>
      <dgm:spPr/>
      <dgm:t>
        <a:bodyPr/>
        <a:lstStyle/>
        <a:p>
          <a:endParaRPr lang="en-IN"/>
        </a:p>
      </dgm:t>
    </dgm:pt>
    <dgm:pt modelId="{89D5B7C9-8555-431F-A0EA-0CF00E65B843}" type="sibTrans" cxnId="{6AF33BD7-555E-4C2F-A0C3-0A9CCCC72145}">
      <dgm:prSet/>
      <dgm:spPr/>
      <dgm:t>
        <a:bodyPr/>
        <a:lstStyle/>
        <a:p>
          <a:endParaRPr lang="en-IN"/>
        </a:p>
      </dgm:t>
    </dgm:pt>
    <dgm:pt modelId="{02E38368-CDC4-4855-9A4C-3DE699448839}">
      <dgm:prSet phldrT="[Text]"/>
      <dgm:spPr/>
      <dgm:t>
        <a:bodyPr/>
        <a:lstStyle/>
        <a:p>
          <a:pPr>
            <a:buNone/>
          </a:pPr>
          <a:r>
            <a:rPr lang="en-IN"/>
            <a:t>💰 Fair Earnings </a:t>
          </a:r>
        </a:p>
      </dgm:t>
    </dgm:pt>
    <dgm:pt modelId="{74EE038C-5C46-4C33-9E65-0568D742EB68}" type="parTrans" cxnId="{A5E012E0-07E5-4867-A284-940A93012C49}">
      <dgm:prSet/>
      <dgm:spPr/>
      <dgm:t>
        <a:bodyPr/>
        <a:lstStyle/>
        <a:p>
          <a:endParaRPr lang="en-IN"/>
        </a:p>
      </dgm:t>
    </dgm:pt>
    <dgm:pt modelId="{9CD0CA52-3B99-4796-81AD-2575973C1825}" type="sibTrans" cxnId="{A5E012E0-07E5-4867-A284-940A93012C49}">
      <dgm:prSet/>
      <dgm:spPr/>
      <dgm:t>
        <a:bodyPr/>
        <a:lstStyle/>
        <a:p>
          <a:endParaRPr lang="en-IN"/>
        </a:p>
      </dgm:t>
    </dgm:pt>
    <dgm:pt modelId="{78BAA1BE-52BA-4928-8BD1-C596D0A44B25}">
      <dgm:prSet phldrT="[Text]"/>
      <dgm:spPr/>
      <dgm:t>
        <a:bodyPr/>
        <a:lstStyle/>
        <a:p>
          <a:pPr>
            <a:buNone/>
          </a:pPr>
          <a:r>
            <a:rPr lang="en-IN"/>
            <a:t>🤝 Cooperative Growth</a:t>
          </a:r>
        </a:p>
      </dgm:t>
    </dgm:pt>
    <dgm:pt modelId="{254287B2-FDD5-4FD9-9A3B-043EE5BADCFB}" type="parTrans" cxnId="{71EDF7E9-ACE2-49C6-95D0-DD6FB8E92FD1}">
      <dgm:prSet/>
      <dgm:spPr/>
      <dgm:t>
        <a:bodyPr/>
        <a:lstStyle/>
        <a:p>
          <a:endParaRPr lang="en-IN"/>
        </a:p>
      </dgm:t>
    </dgm:pt>
    <dgm:pt modelId="{C6289D19-CF06-4714-87BD-41FC45B253EB}" type="sibTrans" cxnId="{71EDF7E9-ACE2-49C6-95D0-DD6FB8E92FD1}">
      <dgm:prSet/>
      <dgm:spPr/>
      <dgm:t>
        <a:bodyPr/>
        <a:lstStyle/>
        <a:p>
          <a:endParaRPr lang="en-IN"/>
        </a:p>
      </dgm:t>
    </dgm:pt>
    <dgm:pt modelId="{71A11E5B-45C3-430E-8807-CD5AC2821440}" type="pres">
      <dgm:prSet presAssocID="{60A120C8-7001-4146-A391-31984681E935}" presName="Name0" presStyleCnt="0">
        <dgm:presLayoutVars>
          <dgm:dir/>
          <dgm:animLvl val="lvl"/>
          <dgm:resizeHandles val="exact"/>
        </dgm:presLayoutVars>
      </dgm:prSet>
      <dgm:spPr/>
    </dgm:pt>
    <dgm:pt modelId="{225E22EC-7AC2-4862-BC20-E97BC6D649BE}" type="pres">
      <dgm:prSet presAssocID="{E46154C3-585B-4EA2-922F-1E5CA935A460}" presName="parTxOnly" presStyleLbl="node1" presStyleIdx="0" presStyleCnt="4" custScaleX="56785">
        <dgm:presLayoutVars>
          <dgm:chMax val="0"/>
          <dgm:chPref val="0"/>
          <dgm:bulletEnabled val="1"/>
        </dgm:presLayoutVars>
      </dgm:prSet>
      <dgm:spPr/>
    </dgm:pt>
    <dgm:pt modelId="{17C87D73-47C5-4CA7-BC45-D0DE5E399320}" type="pres">
      <dgm:prSet presAssocID="{96A7412A-2866-413F-B048-4601EF67CA50}" presName="parTxOnlySpace" presStyleCnt="0"/>
      <dgm:spPr/>
    </dgm:pt>
    <dgm:pt modelId="{DFF6FB31-B671-4A29-9581-F8E074951E35}" type="pres">
      <dgm:prSet presAssocID="{0DFE39AB-00FA-4925-B588-8F947BC0995A}" presName="parTxOnly" presStyleLbl="node1" presStyleIdx="1" presStyleCnt="4">
        <dgm:presLayoutVars>
          <dgm:chMax val="0"/>
          <dgm:chPref val="0"/>
          <dgm:bulletEnabled val="1"/>
        </dgm:presLayoutVars>
      </dgm:prSet>
      <dgm:spPr/>
    </dgm:pt>
    <dgm:pt modelId="{BA4C4FD7-4616-4581-8DD4-4F9724CD4313}" type="pres">
      <dgm:prSet presAssocID="{89D5B7C9-8555-431F-A0EA-0CF00E65B843}" presName="parTxOnlySpace" presStyleCnt="0"/>
      <dgm:spPr/>
    </dgm:pt>
    <dgm:pt modelId="{ECD9E727-7AEC-46C8-9CC6-5EFFA229E37C}" type="pres">
      <dgm:prSet presAssocID="{02E38368-CDC4-4855-9A4C-3DE699448839}" presName="parTxOnly" presStyleLbl="node1" presStyleIdx="2" presStyleCnt="4">
        <dgm:presLayoutVars>
          <dgm:chMax val="0"/>
          <dgm:chPref val="0"/>
          <dgm:bulletEnabled val="1"/>
        </dgm:presLayoutVars>
      </dgm:prSet>
      <dgm:spPr/>
    </dgm:pt>
    <dgm:pt modelId="{2F56159F-F8C7-4D75-A1F2-06AD674F8926}" type="pres">
      <dgm:prSet presAssocID="{9CD0CA52-3B99-4796-81AD-2575973C1825}" presName="parTxOnlySpace" presStyleCnt="0"/>
      <dgm:spPr/>
    </dgm:pt>
    <dgm:pt modelId="{64E41247-F18B-4FE1-8FE7-7C27BDEFDB2E}" type="pres">
      <dgm:prSet presAssocID="{78BAA1BE-52BA-4928-8BD1-C596D0A44B25}" presName="parTxOnly" presStyleLbl="node1" presStyleIdx="3" presStyleCnt="4" custLinFactNeighborX="48367" custLinFactNeighborY="4917">
        <dgm:presLayoutVars>
          <dgm:chMax val="0"/>
          <dgm:chPref val="0"/>
          <dgm:bulletEnabled val="1"/>
        </dgm:presLayoutVars>
      </dgm:prSet>
      <dgm:spPr/>
    </dgm:pt>
  </dgm:ptLst>
  <dgm:cxnLst>
    <dgm:cxn modelId="{BE8A5C6E-FC58-4AB7-A9ED-6DBC34C9AB18}" type="presOf" srcId="{78BAA1BE-52BA-4928-8BD1-C596D0A44B25}" destId="{64E41247-F18B-4FE1-8FE7-7C27BDEFDB2E}" srcOrd="0" destOrd="0" presId="urn:microsoft.com/office/officeart/2005/8/layout/chevron1"/>
    <dgm:cxn modelId="{4035C370-605A-40B9-B61D-9C333B01D0D2}" type="presOf" srcId="{0DFE39AB-00FA-4925-B588-8F947BC0995A}" destId="{DFF6FB31-B671-4A29-9581-F8E074951E35}" srcOrd="0" destOrd="0" presId="urn:microsoft.com/office/officeart/2005/8/layout/chevron1"/>
    <dgm:cxn modelId="{64AF5777-7224-4FCC-B516-9D21BE971F2F}" srcId="{60A120C8-7001-4146-A391-31984681E935}" destId="{E46154C3-585B-4EA2-922F-1E5CA935A460}" srcOrd="0" destOrd="0" parTransId="{0D7AB7E8-F437-442E-B16E-D085DC3BE109}" sibTransId="{96A7412A-2866-413F-B048-4601EF67CA50}"/>
    <dgm:cxn modelId="{E1FEA79E-05FE-4EA8-9DD8-695AF78926A3}" type="presOf" srcId="{60A120C8-7001-4146-A391-31984681E935}" destId="{71A11E5B-45C3-430E-8807-CD5AC2821440}" srcOrd="0" destOrd="0" presId="urn:microsoft.com/office/officeart/2005/8/layout/chevron1"/>
    <dgm:cxn modelId="{6AF33BD7-555E-4C2F-A0C3-0A9CCCC72145}" srcId="{60A120C8-7001-4146-A391-31984681E935}" destId="{0DFE39AB-00FA-4925-B588-8F947BC0995A}" srcOrd="1" destOrd="0" parTransId="{62E97839-B9DD-4AEB-B585-B8CD3AC666E0}" sibTransId="{89D5B7C9-8555-431F-A0EA-0CF00E65B843}"/>
    <dgm:cxn modelId="{AD2174DB-B5C9-4273-8803-7FC0C5146CD1}" type="presOf" srcId="{E46154C3-585B-4EA2-922F-1E5CA935A460}" destId="{225E22EC-7AC2-4862-BC20-E97BC6D649BE}" srcOrd="0" destOrd="0" presId="urn:microsoft.com/office/officeart/2005/8/layout/chevron1"/>
    <dgm:cxn modelId="{A5E012E0-07E5-4867-A284-940A93012C49}" srcId="{60A120C8-7001-4146-A391-31984681E935}" destId="{02E38368-CDC4-4855-9A4C-3DE699448839}" srcOrd="2" destOrd="0" parTransId="{74EE038C-5C46-4C33-9E65-0568D742EB68}" sibTransId="{9CD0CA52-3B99-4796-81AD-2575973C1825}"/>
    <dgm:cxn modelId="{71EDF7E9-ACE2-49C6-95D0-DD6FB8E92FD1}" srcId="{60A120C8-7001-4146-A391-31984681E935}" destId="{78BAA1BE-52BA-4928-8BD1-C596D0A44B25}" srcOrd="3" destOrd="0" parTransId="{254287B2-FDD5-4FD9-9A3B-043EE5BADCFB}" sibTransId="{C6289D19-CF06-4714-87BD-41FC45B253EB}"/>
    <dgm:cxn modelId="{FCB038EA-B573-40C3-B451-8748E82E3F87}" type="presOf" srcId="{02E38368-CDC4-4855-9A4C-3DE699448839}" destId="{ECD9E727-7AEC-46C8-9CC6-5EFFA229E37C}" srcOrd="0" destOrd="0" presId="urn:microsoft.com/office/officeart/2005/8/layout/chevron1"/>
    <dgm:cxn modelId="{E7F5DA7B-28A2-47C5-9B99-02ED485E1F8B}" type="presParOf" srcId="{71A11E5B-45C3-430E-8807-CD5AC2821440}" destId="{225E22EC-7AC2-4862-BC20-E97BC6D649BE}" srcOrd="0" destOrd="0" presId="urn:microsoft.com/office/officeart/2005/8/layout/chevron1"/>
    <dgm:cxn modelId="{C9B89B4C-B9E3-495F-88FF-F8D7EF40D057}" type="presParOf" srcId="{71A11E5B-45C3-430E-8807-CD5AC2821440}" destId="{17C87D73-47C5-4CA7-BC45-D0DE5E399320}" srcOrd="1" destOrd="0" presId="urn:microsoft.com/office/officeart/2005/8/layout/chevron1"/>
    <dgm:cxn modelId="{38052FF6-1A77-43BA-94E9-E05F35E1253E}" type="presParOf" srcId="{71A11E5B-45C3-430E-8807-CD5AC2821440}" destId="{DFF6FB31-B671-4A29-9581-F8E074951E35}" srcOrd="2" destOrd="0" presId="urn:microsoft.com/office/officeart/2005/8/layout/chevron1"/>
    <dgm:cxn modelId="{B6B661E8-D37E-4244-9594-A6A552D18B92}" type="presParOf" srcId="{71A11E5B-45C3-430E-8807-CD5AC2821440}" destId="{BA4C4FD7-4616-4581-8DD4-4F9724CD4313}" srcOrd="3" destOrd="0" presId="urn:microsoft.com/office/officeart/2005/8/layout/chevron1"/>
    <dgm:cxn modelId="{792473EE-69CC-42EF-A7FC-DF6ED46C1184}" type="presParOf" srcId="{71A11E5B-45C3-430E-8807-CD5AC2821440}" destId="{ECD9E727-7AEC-46C8-9CC6-5EFFA229E37C}" srcOrd="4" destOrd="0" presId="urn:microsoft.com/office/officeart/2005/8/layout/chevron1"/>
    <dgm:cxn modelId="{27B55C88-D540-40B3-B905-BC9085B5AE1A}" type="presParOf" srcId="{71A11E5B-45C3-430E-8807-CD5AC2821440}" destId="{2F56159F-F8C7-4D75-A1F2-06AD674F8926}" srcOrd="5" destOrd="0" presId="urn:microsoft.com/office/officeart/2005/8/layout/chevron1"/>
    <dgm:cxn modelId="{D03EF614-30DC-431C-957B-0B1F3BD9A08E}" type="presParOf" srcId="{71A11E5B-45C3-430E-8807-CD5AC2821440}" destId="{64E41247-F18B-4FE1-8FE7-7C27BDEFDB2E}" srcOrd="6" destOrd="0" presId="urn:microsoft.com/office/officeart/2005/8/layout/chevron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7CDC8-082A-4603-AA69-4D2162921A7C}">
      <dsp:nvSpPr>
        <dsp:cNvPr id="0" name=""/>
        <dsp:cNvSpPr/>
      </dsp:nvSpPr>
      <dsp:spPr>
        <a:xfrm>
          <a:off x="85" y="174689"/>
          <a:ext cx="49880" cy="1995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0061" y="174689"/>
        <a:ext cx="29928" cy="19952"/>
      </dsp:txXfrm>
    </dsp:sp>
    <dsp:sp modelId="{1F31DB38-F7CB-4EFD-BC2C-A89927255C5B}">
      <dsp:nvSpPr>
        <dsp:cNvPr id="0" name=""/>
        <dsp:cNvSpPr/>
      </dsp:nvSpPr>
      <dsp:spPr>
        <a:xfrm>
          <a:off x="44978" y="174689"/>
          <a:ext cx="49880" cy="1995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4954" y="174689"/>
        <a:ext cx="29928" cy="19952"/>
      </dsp:txXfrm>
    </dsp:sp>
    <dsp:sp modelId="{7468FDD4-DF2F-40C3-951A-25EDB5850102}">
      <dsp:nvSpPr>
        <dsp:cNvPr id="0" name=""/>
        <dsp:cNvSpPr/>
      </dsp:nvSpPr>
      <dsp:spPr>
        <a:xfrm>
          <a:off x="89871" y="174689"/>
          <a:ext cx="49880" cy="1995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99847" y="174689"/>
        <a:ext cx="29928" cy="19952"/>
      </dsp:txXfrm>
    </dsp:sp>
    <dsp:sp modelId="{C1DFC957-1A50-44A9-8FA5-11577376F752}">
      <dsp:nvSpPr>
        <dsp:cNvPr id="0" name=""/>
        <dsp:cNvSpPr/>
      </dsp:nvSpPr>
      <dsp:spPr>
        <a:xfrm>
          <a:off x="134764" y="174689"/>
          <a:ext cx="49880" cy="1995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44740" y="174689"/>
        <a:ext cx="29928" cy="199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5E22EC-7AC2-4862-BC20-E97BC6D649BE}">
      <dsp:nvSpPr>
        <dsp:cNvPr id="0" name=""/>
        <dsp:cNvSpPr/>
      </dsp:nvSpPr>
      <dsp:spPr>
        <a:xfrm>
          <a:off x="8484" y="0"/>
          <a:ext cx="2593395" cy="906978"/>
        </a:xfrm>
        <a:prstGeom prst="chevr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b="1" kern="1200"/>
            <a:t>🛡️ Verified Workers</a:t>
          </a:r>
        </a:p>
      </dsp:txBody>
      <dsp:txXfrm>
        <a:off x="461973" y="0"/>
        <a:ext cx="1686417" cy="906978"/>
      </dsp:txXfrm>
    </dsp:sp>
    <dsp:sp modelId="{DFF6FB31-B671-4A29-9581-F8E074951E35}">
      <dsp:nvSpPr>
        <dsp:cNvPr id="0" name=""/>
        <dsp:cNvSpPr/>
      </dsp:nvSpPr>
      <dsp:spPr>
        <a:xfrm>
          <a:off x="2145175" y="0"/>
          <a:ext cx="4567042" cy="906978"/>
        </a:xfrm>
        <a:prstGeom prst="chevr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kern="1200"/>
            <a:t>⚡ Faster Booking </a:t>
          </a:r>
        </a:p>
      </dsp:txBody>
      <dsp:txXfrm>
        <a:off x="2598664" y="0"/>
        <a:ext cx="3660064" cy="906978"/>
      </dsp:txXfrm>
    </dsp:sp>
    <dsp:sp modelId="{ECD9E727-7AEC-46C8-9CC6-5EFFA229E37C}">
      <dsp:nvSpPr>
        <dsp:cNvPr id="0" name=""/>
        <dsp:cNvSpPr/>
      </dsp:nvSpPr>
      <dsp:spPr>
        <a:xfrm>
          <a:off x="6255513" y="0"/>
          <a:ext cx="4567042" cy="906978"/>
        </a:xfrm>
        <a:prstGeom prst="chevr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kern="1200"/>
            <a:t>💰 Fair Earnings </a:t>
          </a:r>
        </a:p>
      </dsp:txBody>
      <dsp:txXfrm>
        <a:off x="6709002" y="0"/>
        <a:ext cx="3660064" cy="906978"/>
      </dsp:txXfrm>
    </dsp:sp>
    <dsp:sp modelId="{64E41247-F18B-4FE1-8FE7-7C27BDEFDB2E}">
      <dsp:nvSpPr>
        <dsp:cNvPr id="0" name=""/>
        <dsp:cNvSpPr/>
      </dsp:nvSpPr>
      <dsp:spPr>
        <a:xfrm>
          <a:off x="10374336" y="0"/>
          <a:ext cx="4567042" cy="906978"/>
        </a:xfrm>
        <a:prstGeom prst="chevron">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kern="1200"/>
            <a:t>🤝 Cooperative Growth</a:t>
          </a:r>
        </a:p>
      </dsp:txBody>
      <dsp:txXfrm>
        <a:off x="10827825" y="0"/>
        <a:ext cx="3660064" cy="906978"/>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4">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71B2431-D351-4C6E-A3CF-9DFAC0E3E050}" type="slidenum">
              <a:rPr lang="cs-CZ" smtClean="0"/>
              <a:t>4</a:t>
            </a:fld>
            <a:endParaRPr lang="cs-CZ"/>
          </a:p>
        </p:txBody>
      </p:sp>
    </p:spTree>
    <p:extLst>
      <p:ext uri="{BB962C8B-B14F-4D97-AF65-F5344CB8AC3E}">
        <p14:creationId xmlns:p14="http://schemas.microsoft.com/office/powerpoint/2010/main" val="3892502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hyperlink" Target="https://www.figma.com/make/uJCGEkViTqjF5dW2VWIZUK/Tech-Nova-Mobile-App-Prototype?t=5lC1hsbE08ckFjI6-1" TargetMode="External"/><Relationship Id="rId3" Type="http://schemas.openxmlformats.org/officeDocument/2006/relationships/image" Target="../media/image6.png"/><Relationship Id="rId7" Type="http://schemas.openxmlformats.org/officeDocument/2006/relationships/hyperlink" Target="https://drive.google.com/file/d/1KH2h3UMvBUw73Gvl3N9yrJZ0VsnptFD0/view?usp=drivesdk" TargetMode="Externa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microsoft.com/office/2007/relationships/diagramDrawing" Target="../diagrams/drawing1.xml"/><Relationship Id="rId18" Type="http://schemas.microsoft.com/office/2007/relationships/diagramDrawing" Target="../diagrams/drawing2.xml"/><Relationship Id="rId3" Type="http://schemas.openxmlformats.org/officeDocument/2006/relationships/image" Target="../media/image9.png"/><Relationship Id="rId7" Type="http://schemas.openxmlformats.org/officeDocument/2006/relationships/image" Target="../media/image15.svg"/><Relationship Id="rId12" Type="http://schemas.openxmlformats.org/officeDocument/2006/relationships/diagramColors" Target="../diagrams/colors1.xml"/><Relationship Id="rId17" Type="http://schemas.openxmlformats.org/officeDocument/2006/relationships/diagramColors" Target="../diagrams/colors2.xml"/><Relationship Id="rId2" Type="http://schemas.openxmlformats.org/officeDocument/2006/relationships/image" Target="../media/image3.jpeg"/><Relationship Id="rId16" Type="http://schemas.openxmlformats.org/officeDocument/2006/relationships/diagramQuickStyle" Target="../diagrams/quickStyle2.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diagramQuickStyle" Target="../diagrams/quickStyle1.xml"/><Relationship Id="rId5" Type="http://schemas.openxmlformats.org/officeDocument/2006/relationships/image" Target="../media/image13.svg"/><Relationship Id="rId15" Type="http://schemas.openxmlformats.org/officeDocument/2006/relationships/diagramLayout" Target="../diagrams/layout2.xml"/><Relationship Id="rId10" Type="http://schemas.openxmlformats.org/officeDocument/2006/relationships/diagramLayout" Target="../diagrams/layout1.xml"/><Relationship Id="rId4" Type="http://schemas.openxmlformats.org/officeDocument/2006/relationships/image" Target="../media/image12.svg"/><Relationship Id="rId9" Type="http://schemas.openxmlformats.org/officeDocument/2006/relationships/diagramData" Target="../diagrams/data1.xml"/><Relationship Id="rId1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openxmlformats.org/officeDocument/2006/relationships/hyperlink" Target="https://www.ilo.org/publications/expansion-gig-and-platform-economy-india-opportunities-employer-and?utm_source=chatgpt.com" TargetMode="External"/><Relationship Id="rId3" Type="http://schemas.openxmlformats.org/officeDocument/2006/relationships/image" Target="../media/image17.png"/><Relationship Id="rId7" Type="http://schemas.openxmlformats.org/officeDocument/2006/relationships/hyperlink" Target="https://www.ilo.org/topics-and-sectors/non-standard-forms-employment/digital-labour-platforms?utm_source=chatgpt.com"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hyperlink" Target="https://labour.gov.in/?utm_source=chatgpt.com" TargetMode="External"/><Relationship Id="rId5" Type="http://schemas.openxmlformats.org/officeDocument/2006/relationships/image" Target="../media/image19.png"/><Relationship Id="rId10" Type="http://schemas.openxmlformats.org/officeDocument/2006/relationships/hyperlink" Target="https://www.cooperation.gov.in/our-vision?utm_source=chatgpt.com" TargetMode="External"/><Relationship Id="rId4" Type="http://schemas.openxmlformats.org/officeDocument/2006/relationships/image" Target="../media/image18.png"/><Relationship Id="rId9" Type="http://schemas.openxmlformats.org/officeDocument/2006/relationships/hyperlink" Target="https://www.niti.gov.in/node/375?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160868"/>
            <a:ext cx="13716000" cy="10287000"/>
            <a:chOff x="0" y="0"/>
            <a:chExt cx="18288000" cy="13716000"/>
          </a:xfrm>
        </p:grpSpPr>
        <p:sp>
          <p:nvSpPr>
            <p:cNvPr id="3" name="Freeform 3"/>
            <p:cNvSpPr/>
            <p:nvPr/>
          </p:nvSpPr>
          <p:spPr>
            <a:xfrm>
              <a:off x="0" y="0"/>
              <a:ext cx="18288000" cy="13716000"/>
            </a:xfrm>
            <a:custGeom>
              <a:avLst/>
              <a:gdLst/>
              <a:ahLst/>
              <a:cxnLst/>
              <a:rect l="l" t="t" r="r" b="b"/>
              <a:pathLst>
                <a:path w="18288000" h="13716000">
                  <a:moveTo>
                    <a:pt x="0" y="0"/>
                  </a:moveTo>
                  <a:lnTo>
                    <a:pt x="18288000" y="0"/>
                  </a:lnTo>
                  <a:lnTo>
                    <a:pt x="18288000" y="13716000"/>
                  </a:lnTo>
                  <a:lnTo>
                    <a:pt x="0" y="13716000"/>
                  </a:lnTo>
                  <a:close/>
                </a:path>
              </a:pathLst>
            </a:custGeom>
            <a:solidFill>
              <a:srgbClr val="FFFFFF"/>
            </a:solidFill>
          </p:spPr>
        </p:sp>
      </p:grpSp>
      <p:sp>
        <p:nvSpPr>
          <p:cNvPr id="4" name="Freeform 4"/>
          <p:cNvSpPr/>
          <p:nvPr/>
        </p:nvSpPr>
        <p:spPr>
          <a:xfrm>
            <a:off x="8485165" y="1277283"/>
            <a:ext cx="6957908" cy="7732452"/>
          </a:xfrm>
          <a:custGeom>
            <a:avLst/>
            <a:gdLst/>
            <a:ahLst/>
            <a:cxnLst/>
            <a:rect l="l" t="t" r="r" b="b"/>
            <a:pathLst>
              <a:path w="6957908" h="7732452">
                <a:moveTo>
                  <a:pt x="0" y="0"/>
                </a:moveTo>
                <a:lnTo>
                  <a:pt x="6957908" y="0"/>
                </a:lnTo>
                <a:lnTo>
                  <a:pt x="6957908" y="7732453"/>
                </a:lnTo>
                <a:lnTo>
                  <a:pt x="0" y="7732453"/>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0668000" y="3114665"/>
            <a:ext cx="4805258" cy="5139357"/>
            <a:chOff x="0" y="0"/>
            <a:chExt cx="6407010" cy="6852476"/>
          </a:xfrm>
        </p:grpSpPr>
        <p:sp>
          <p:nvSpPr>
            <p:cNvPr id="6" name="Freeform 6"/>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4"/>
              <a:stretch>
                <a:fillRect r="-149475" b="-1"/>
              </a:stretch>
            </a:blipFill>
          </p:spPr>
        </p:sp>
      </p:grpSp>
      <p:grpSp>
        <p:nvGrpSpPr>
          <p:cNvPr id="7" name="Group 7"/>
          <p:cNvGrpSpPr/>
          <p:nvPr/>
        </p:nvGrpSpPr>
        <p:grpSpPr>
          <a:xfrm>
            <a:off x="496929" y="-790137"/>
            <a:ext cx="15544800" cy="3114675"/>
            <a:chOff x="0" y="0"/>
            <a:chExt cx="20726400" cy="4152900"/>
          </a:xfrm>
        </p:grpSpPr>
        <p:sp>
          <p:nvSpPr>
            <p:cNvPr id="8" name="Freeform 8"/>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5">
                <a:alphaModFix amt="0"/>
              </a:blip>
              <a:stretch>
                <a:fillRect t="-47246" b="-47246"/>
              </a:stretch>
            </a:blipFill>
          </p:spPr>
        </p:sp>
        <p:sp>
          <p:nvSpPr>
            <p:cNvPr id="9" name="TextBox 9"/>
            <p:cNvSpPr txBox="1"/>
            <p:nvPr/>
          </p:nvSpPr>
          <p:spPr>
            <a:xfrm>
              <a:off x="0" y="-19050"/>
              <a:ext cx="20726400" cy="4171950"/>
            </a:xfrm>
            <a:prstGeom prst="rect">
              <a:avLst/>
            </a:prstGeom>
          </p:spPr>
          <p:txBody>
            <a:bodyPr lIns="0" tIns="0" rIns="0" bIns="0" rtlCol="0" anchor="ctr"/>
            <a:lstStyle/>
            <a:p>
              <a:pPr algn="ctr">
                <a:lnSpc>
                  <a:spcPts val="7200"/>
                </a:lnSpc>
              </a:pPr>
              <a:r>
                <a:rPr lang="en-US" sz="6000" b="1">
                  <a:solidFill>
                    <a:srgbClr val="1F497D"/>
                  </a:solidFill>
                  <a:latin typeface="Garamond Bold"/>
                  <a:ea typeface="Garamond Bold"/>
                  <a:cs typeface="Garamond Bold"/>
                  <a:sym typeface="Garamond Bold"/>
                </a:rPr>
                <a:t>SMART INDIA HACKATHON 2026</a:t>
              </a:r>
            </a:p>
          </p:txBody>
        </p:sp>
      </p:grpSp>
      <p:sp>
        <p:nvSpPr>
          <p:cNvPr id="10" name="TextBox 10"/>
          <p:cNvSpPr txBox="1"/>
          <p:nvPr/>
        </p:nvSpPr>
        <p:spPr>
          <a:xfrm>
            <a:off x="496929" y="2688669"/>
            <a:ext cx="9258595" cy="5956935"/>
          </a:xfrm>
          <a:prstGeom prst="rect">
            <a:avLst/>
          </a:prstGeom>
        </p:spPr>
        <p:txBody>
          <a:bodyPr lIns="0" tIns="0" rIns="0" bIns="0" rtlCol="0" anchor="t">
            <a:spAutoFit/>
          </a:bodyPr>
          <a:lstStyle/>
          <a:p>
            <a:pPr algn="l">
              <a:lnSpc>
                <a:spcPts val="3240"/>
              </a:lnSpc>
            </a:pPr>
            <a:endParaRPr/>
          </a:p>
          <a:p>
            <a:pPr marL="545784" lvl="1" indent="-272892" algn="just">
              <a:lnSpc>
                <a:spcPts val="6480"/>
              </a:lnSpc>
              <a:buFont typeface="Arial"/>
              <a:buChar char="•"/>
            </a:pPr>
            <a:r>
              <a:rPr lang="en-US" sz="2700" b="1">
                <a:solidFill>
                  <a:srgbClr val="000000"/>
                </a:solidFill>
                <a:latin typeface="Arial Bold"/>
                <a:ea typeface="Arial Bold"/>
                <a:cs typeface="Arial Bold"/>
                <a:sym typeface="Arial Bold"/>
              </a:rPr>
              <a:t>Problem Statement ID –SIH26089</a:t>
            </a:r>
          </a:p>
          <a:p>
            <a:pPr marL="545784" lvl="1" indent="-272892" algn="just">
              <a:lnSpc>
                <a:spcPts val="6480"/>
              </a:lnSpc>
              <a:buFont typeface="Arial"/>
              <a:buChar char="•"/>
            </a:pPr>
            <a:r>
              <a:rPr lang="en-US" sz="2700" b="1">
                <a:solidFill>
                  <a:srgbClr val="000000"/>
                </a:solidFill>
                <a:latin typeface="Arial Bold"/>
                <a:ea typeface="Arial Bold"/>
                <a:cs typeface="Arial Bold"/>
                <a:sym typeface="Arial Bold"/>
              </a:rPr>
              <a:t>Problem Statement Title-Cooperative Gig Services Platform for Household &amp; Community Services</a:t>
            </a:r>
          </a:p>
          <a:p>
            <a:pPr marL="545784" lvl="1" indent="-272892" algn="just">
              <a:lnSpc>
                <a:spcPts val="6480"/>
              </a:lnSpc>
              <a:buFont typeface="Arial"/>
              <a:buChar char="•"/>
            </a:pPr>
            <a:r>
              <a:rPr lang="en-US" sz="2700" b="1">
                <a:solidFill>
                  <a:srgbClr val="000000"/>
                </a:solidFill>
                <a:latin typeface="Arial Bold"/>
                <a:ea typeface="Arial Bold"/>
                <a:cs typeface="Arial Bold"/>
                <a:sym typeface="Arial Bold"/>
              </a:rPr>
              <a:t>Theme-Cooperation &amp; Cooperative Societies</a:t>
            </a:r>
          </a:p>
          <a:p>
            <a:pPr marL="545784" lvl="1" indent="-272892" algn="just">
              <a:lnSpc>
                <a:spcPts val="6480"/>
              </a:lnSpc>
              <a:buFont typeface="Arial"/>
              <a:buChar char="•"/>
            </a:pPr>
            <a:r>
              <a:rPr lang="en-US" sz="2700" b="1">
                <a:solidFill>
                  <a:srgbClr val="000000"/>
                </a:solidFill>
                <a:latin typeface="Arial Bold"/>
                <a:ea typeface="Arial Bold"/>
                <a:cs typeface="Arial Bold"/>
                <a:sym typeface="Arial Bold"/>
              </a:rPr>
              <a:t>PS Category- Software</a:t>
            </a:r>
          </a:p>
          <a:p>
            <a:pPr marL="545784" lvl="1" indent="-272892" algn="just">
              <a:lnSpc>
                <a:spcPts val="6480"/>
              </a:lnSpc>
              <a:buFont typeface="Arial"/>
              <a:buChar char="•"/>
            </a:pPr>
            <a:r>
              <a:rPr lang="en-US" sz="2700" b="1">
                <a:solidFill>
                  <a:srgbClr val="000000"/>
                </a:solidFill>
                <a:latin typeface="Arial Bold"/>
                <a:ea typeface="Arial Bold"/>
                <a:cs typeface="Arial Bold"/>
                <a:sym typeface="Arial Bold"/>
              </a:rPr>
              <a:t>Team ID- AF-SW-12</a:t>
            </a:r>
          </a:p>
          <a:p>
            <a:pPr marL="545784" lvl="1" indent="-272892" algn="just">
              <a:lnSpc>
                <a:spcPts val="6480"/>
              </a:lnSpc>
              <a:buFont typeface="Arial"/>
              <a:buChar char="•"/>
            </a:pPr>
            <a:r>
              <a:rPr lang="en-US" sz="2700" b="1">
                <a:solidFill>
                  <a:srgbClr val="000000"/>
                </a:solidFill>
                <a:latin typeface="Arial Bold"/>
                <a:ea typeface="Arial Bold"/>
                <a:cs typeface="Arial Bold"/>
                <a:sym typeface="Arial Bold"/>
              </a:rPr>
              <a:t>Team Name (TECH NOVA)</a:t>
            </a:r>
          </a:p>
        </p:txBody>
      </p:sp>
      <p:grpSp>
        <p:nvGrpSpPr>
          <p:cNvPr id="11" name="Group 11"/>
          <p:cNvGrpSpPr/>
          <p:nvPr/>
        </p:nvGrpSpPr>
        <p:grpSpPr>
          <a:xfrm>
            <a:off x="14670129" y="2248"/>
            <a:ext cx="3374774" cy="1593504"/>
            <a:chOff x="0" y="0"/>
            <a:chExt cx="4499699" cy="2124672"/>
          </a:xfrm>
        </p:grpSpPr>
        <p:sp>
          <p:nvSpPr>
            <p:cNvPr id="12" name="Freeform 12"/>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6"/>
              <a:stretch>
                <a:fillRect r="-1" b="1"/>
              </a:stretch>
            </a:blipFill>
          </p:spPr>
        </p:sp>
      </p:grpSp>
      <p:grpSp>
        <p:nvGrpSpPr>
          <p:cNvPr id="13" name="Group 13"/>
          <p:cNvGrpSpPr/>
          <p:nvPr/>
        </p:nvGrpSpPr>
        <p:grpSpPr>
          <a:xfrm>
            <a:off x="0" y="9532144"/>
            <a:ext cx="18288000" cy="754856"/>
            <a:chOff x="0" y="0"/>
            <a:chExt cx="24384000" cy="1006475"/>
          </a:xfrm>
        </p:grpSpPr>
        <p:sp>
          <p:nvSpPr>
            <p:cNvPr id="14" name="Freeform 14"/>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15" name="Group 15"/>
          <p:cNvGrpSpPr/>
          <p:nvPr/>
        </p:nvGrpSpPr>
        <p:grpSpPr>
          <a:xfrm>
            <a:off x="6972300" y="9534525"/>
            <a:ext cx="4806001" cy="547688"/>
            <a:chOff x="0" y="0"/>
            <a:chExt cx="6408001" cy="730250"/>
          </a:xfrm>
        </p:grpSpPr>
        <p:sp>
          <p:nvSpPr>
            <p:cNvPr id="16" name="Freeform 16"/>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5">
                <a:alphaModFix amt="0"/>
              </a:blip>
              <a:stretch>
                <a:fillRect t="-120982" b="-120982"/>
              </a:stretch>
            </a:blipFill>
          </p:spPr>
        </p:sp>
        <p:sp>
          <p:nvSpPr>
            <p:cNvPr id="17" name="TextBox 17"/>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0289" y="-18537"/>
            <a:ext cx="1699951" cy="1047237"/>
            <a:chOff x="0" y="0"/>
            <a:chExt cx="2703398" cy="1665400"/>
          </a:xfrm>
        </p:grpSpPr>
        <p:sp>
          <p:nvSpPr>
            <p:cNvPr id="3" name="Freeform 3" descr="Your startup LOGO"/>
            <p:cNvSpPr/>
            <p:nvPr/>
          </p:nvSpPr>
          <p:spPr>
            <a:xfrm>
              <a:off x="0" y="0"/>
              <a:ext cx="2703449" cy="1665476"/>
            </a:xfrm>
            <a:custGeom>
              <a:avLst/>
              <a:gdLst/>
              <a:ahLst/>
              <a:cxnLst/>
              <a:rect l="l" t="t" r="r" b="b"/>
              <a:pathLst>
                <a:path w="2703449" h="1665476">
                  <a:moveTo>
                    <a:pt x="0" y="832738"/>
                  </a:moveTo>
                  <a:cubicBezTo>
                    <a:pt x="0" y="372872"/>
                    <a:pt x="605155" y="0"/>
                    <a:pt x="1351661" y="0"/>
                  </a:cubicBezTo>
                  <a:cubicBezTo>
                    <a:pt x="2098167" y="0"/>
                    <a:pt x="2703449" y="372872"/>
                    <a:pt x="2703449" y="832738"/>
                  </a:cubicBezTo>
                  <a:cubicBezTo>
                    <a:pt x="2703449" y="1292605"/>
                    <a:pt x="2098294" y="1665476"/>
                    <a:pt x="1351788" y="1665476"/>
                  </a:cubicBezTo>
                  <a:cubicBezTo>
                    <a:pt x="605282" y="1665476"/>
                    <a:pt x="0" y="1292605"/>
                    <a:pt x="0" y="832738"/>
                  </a:cubicBezTo>
                  <a:close/>
                </a:path>
              </a:pathLst>
            </a:custGeom>
            <a:solidFill>
              <a:srgbClr val="FFFFFF"/>
            </a:solidFill>
            <a:ln w="38100" cap="sq">
              <a:solidFill>
                <a:srgbClr val="8064A2"/>
              </a:solidFill>
              <a:prstDash val="solid"/>
              <a:miter/>
            </a:ln>
          </p:spPr>
        </p:sp>
        <p:sp>
          <p:nvSpPr>
            <p:cNvPr id="4" name="TextBox 4"/>
            <p:cNvSpPr txBox="1"/>
            <p:nvPr/>
          </p:nvSpPr>
          <p:spPr>
            <a:xfrm>
              <a:off x="0" y="-57150"/>
              <a:ext cx="2703398" cy="1722550"/>
            </a:xfrm>
            <a:prstGeom prst="rect">
              <a:avLst/>
            </a:prstGeom>
          </p:spPr>
          <p:txBody>
            <a:bodyPr lIns="50800" tIns="50800" rIns="50800" bIns="50800" rtlCol="0" anchor="ctr"/>
            <a:lstStyle/>
            <a:p>
              <a:pPr algn="ctr">
                <a:lnSpc>
                  <a:spcPts val="3000"/>
                </a:lnSpc>
              </a:pPr>
              <a:r>
                <a:rPr lang="en-US" sz="2500">
                  <a:solidFill>
                    <a:srgbClr val="000000"/>
                  </a:solidFill>
                  <a:latin typeface="Calibri (MS)"/>
                  <a:ea typeface="Calibri (MS)"/>
                  <a:cs typeface="Calibri (MS)"/>
                  <a:sym typeface="Calibri (MS)"/>
                </a:rPr>
                <a:t>TECH NOVA</a:t>
              </a:r>
            </a:p>
          </p:txBody>
        </p:sp>
      </p:grpSp>
      <p:grpSp>
        <p:nvGrpSpPr>
          <p:cNvPr id="5" name="Group 5"/>
          <p:cNvGrpSpPr/>
          <p:nvPr/>
        </p:nvGrpSpPr>
        <p:grpSpPr>
          <a:xfrm>
            <a:off x="14670129" y="2248"/>
            <a:ext cx="3374774" cy="1593504"/>
            <a:chOff x="0" y="0"/>
            <a:chExt cx="4499699" cy="2124672"/>
          </a:xfrm>
        </p:grpSpPr>
        <p:sp>
          <p:nvSpPr>
            <p:cNvPr id="6" name="Freeform 6"/>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2"/>
              <a:stretch>
                <a:fillRect r="-1" b="1"/>
              </a:stretch>
            </a:blipFill>
          </p:spPr>
        </p:sp>
      </p:grpSp>
      <p:grpSp>
        <p:nvGrpSpPr>
          <p:cNvPr id="7" name="Group 7"/>
          <p:cNvGrpSpPr/>
          <p:nvPr/>
        </p:nvGrpSpPr>
        <p:grpSpPr>
          <a:xfrm>
            <a:off x="16593617" y="761238"/>
            <a:ext cx="211226" cy="90526"/>
            <a:chOff x="0" y="0"/>
            <a:chExt cx="281635" cy="120701"/>
          </a:xfrm>
        </p:grpSpPr>
        <p:sp>
          <p:nvSpPr>
            <p:cNvPr id="8" name="Freeform 8"/>
            <p:cNvSpPr/>
            <p:nvPr/>
          </p:nvSpPr>
          <p:spPr>
            <a:xfrm>
              <a:off x="0" y="0"/>
              <a:ext cx="281686" cy="120650"/>
            </a:xfrm>
            <a:custGeom>
              <a:avLst/>
              <a:gdLst/>
              <a:ahLst/>
              <a:cxnLst/>
              <a:rect l="l" t="t" r="r" b="b"/>
              <a:pathLst>
                <a:path w="281686" h="120650">
                  <a:moveTo>
                    <a:pt x="0" y="0"/>
                  </a:moveTo>
                  <a:lnTo>
                    <a:pt x="281686" y="0"/>
                  </a:lnTo>
                  <a:lnTo>
                    <a:pt x="281686" y="120650"/>
                  </a:lnTo>
                  <a:lnTo>
                    <a:pt x="0" y="120650"/>
                  </a:lnTo>
                  <a:close/>
                </a:path>
              </a:pathLst>
            </a:custGeom>
            <a:solidFill>
              <a:srgbClr val="8A8A8A"/>
            </a:solidFill>
          </p:spPr>
        </p:sp>
      </p:grpSp>
      <p:grpSp>
        <p:nvGrpSpPr>
          <p:cNvPr id="9" name="Group 9"/>
          <p:cNvGrpSpPr/>
          <p:nvPr/>
        </p:nvGrpSpPr>
        <p:grpSpPr>
          <a:xfrm>
            <a:off x="141910" y="1104900"/>
            <a:ext cx="7901249" cy="478008"/>
            <a:chOff x="0" y="0"/>
            <a:chExt cx="2080987" cy="125895"/>
          </a:xfrm>
        </p:grpSpPr>
        <p:sp>
          <p:nvSpPr>
            <p:cNvPr id="10" name="Freeform 10"/>
            <p:cNvSpPr/>
            <p:nvPr/>
          </p:nvSpPr>
          <p:spPr>
            <a:xfrm>
              <a:off x="0" y="0"/>
              <a:ext cx="2080988" cy="125895"/>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00B050"/>
            </a:solidFill>
          </p:spPr>
        </p:sp>
        <p:sp>
          <p:nvSpPr>
            <p:cNvPr id="11" name="TextBox 11"/>
            <p:cNvSpPr txBox="1"/>
            <p:nvPr/>
          </p:nvSpPr>
          <p:spPr>
            <a:xfrm>
              <a:off x="0" y="-38100"/>
              <a:ext cx="2080987" cy="163995"/>
            </a:xfrm>
            <a:prstGeom prst="rect">
              <a:avLst/>
            </a:prstGeom>
          </p:spPr>
          <p:txBody>
            <a:bodyPr lIns="50800" tIns="50800" rIns="50800" bIns="50800" rtlCol="0" anchor="ctr"/>
            <a:lstStyle/>
            <a:p>
              <a:pPr algn="ctr">
                <a:lnSpc>
                  <a:spcPts val="2250"/>
                </a:lnSpc>
              </a:pPr>
              <a:endParaRPr/>
            </a:p>
          </p:txBody>
        </p:sp>
      </p:grpSp>
      <p:grpSp>
        <p:nvGrpSpPr>
          <p:cNvPr id="12" name="Group 12"/>
          <p:cNvGrpSpPr/>
          <p:nvPr/>
        </p:nvGrpSpPr>
        <p:grpSpPr>
          <a:xfrm>
            <a:off x="141910" y="1634098"/>
            <a:ext cx="7901249" cy="2747076"/>
            <a:chOff x="0" y="0"/>
            <a:chExt cx="2080987" cy="884149"/>
          </a:xfrm>
        </p:grpSpPr>
        <p:sp>
          <p:nvSpPr>
            <p:cNvPr id="13" name="Freeform 13"/>
            <p:cNvSpPr/>
            <p:nvPr/>
          </p:nvSpPr>
          <p:spPr>
            <a:xfrm>
              <a:off x="0" y="0"/>
              <a:ext cx="2080988" cy="884149"/>
            </a:xfrm>
            <a:custGeom>
              <a:avLst/>
              <a:gdLst/>
              <a:ahLst/>
              <a:cxnLst/>
              <a:rect l="l" t="t" r="r" b="b"/>
              <a:pathLst>
                <a:path w="2080988" h="884149">
                  <a:moveTo>
                    <a:pt x="0" y="0"/>
                  </a:moveTo>
                  <a:lnTo>
                    <a:pt x="2080988" y="0"/>
                  </a:lnTo>
                  <a:lnTo>
                    <a:pt x="2080988" y="884149"/>
                  </a:lnTo>
                  <a:lnTo>
                    <a:pt x="0" y="884149"/>
                  </a:lnTo>
                  <a:close/>
                </a:path>
              </a:pathLst>
            </a:custGeom>
            <a:solidFill>
              <a:srgbClr val="C8D1D9"/>
            </a:solidFill>
          </p:spPr>
        </p:sp>
        <p:sp>
          <p:nvSpPr>
            <p:cNvPr id="14" name="TextBox 14"/>
            <p:cNvSpPr txBox="1"/>
            <p:nvPr/>
          </p:nvSpPr>
          <p:spPr>
            <a:xfrm>
              <a:off x="0" y="-38100"/>
              <a:ext cx="2080987" cy="922249"/>
            </a:xfrm>
            <a:prstGeom prst="rect">
              <a:avLst/>
            </a:prstGeom>
          </p:spPr>
          <p:txBody>
            <a:bodyPr lIns="50800" tIns="50800" rIns="50800" bIns="50800" rtlCol="0" anchor="ctr"/>
            <a:lstStyle/>
            <a:p>
              <a:pPr algn="ctr">
                <a:lnSpc>
                  <a:spcPts val="2250"/>
                </a:lnSpc>
              </a:pPr>
              <a:endParaRPr/>
            </a:p>
          </p:txBody>
        </p:sp>
      </p:grpSp>
      <p:grpSp>
        <p:nvGrpSpPr>
          <p:cNvPr id="15" name="Group 15"/>
          <p:cNvGrpSpPr/>
          <p:nvPr/>
        </p:nvGrpSpPr>
        <p:grpSpPr>
          <a:xfrm>
            <a:off x="914400" y="1097076"/>
            <a:ext cx="8014923" cy="617424"/>
            <a:chOff x="-445284" y="-57150"/>
            <a:chExt cx="10686564" cy="823232"/>
          </a:xfrm>
        </p:grpSpPr>
        <p:sp>
          <p:nvSpPr>
            <p:cNvPr id="16" name="Freeform 16"/>
            <p:cNvSpPr/>
            <p:nvPr/>
          </p:nvSpPr>
          <p:spPr>
            <a:xfrm>
              <a:off x="-445284" y="54685"/>
              <a:ext cx="10241280" cy="711397"/>
            </a:xfrm>
            <a:custGeom>
              <a:avLst/>
              <a:gdLst/>
              <a:ahLst/>
              <a:cxnLst/>
              <a:rect l="l" t="t" r="r" b="b"/>
              <a:pathLst>
                <a:path w="10241280" h="711397">
                  <a:moveTo>
                    <a:pt x="0" y="0"/>
                  </a:moveTo>
                  <a:lnTo>
                    <a:pt x="10241280" y="0"/>
                  </a:lnTo>
                  <a:lnTo>
                    <a:pt x="10241280" y="711397"/>
                  </a:lnTo>
                  <a:lnTo>
                    <a:pt x="0" y="711397"/>
                  </a:lnTo>
                  <a:close/>
                </a:path>
              </a:pathLst>
            </a:custGeom>
            <a:blipFill>
              <a:blip r:embed="rId3">
                <a:alphaModFix amt="0"/>
              </a:blip>
              <a:stretch>
                <a:fillRect t="-437293" b="-437293"/>
              </a:stretch>
            </a:blipFill>
          </p:spPr>
        </p:sp>
        <p:sp>
          <p:nvSpPr>
            <p:cNvPr id="17" name="TextBox 17"/>
            <p:cNvSpPr txBox="1"/>
            <p:nvPr/>
          </p:nvSpPr>
          <p:spPr>
            <a:xfrm>
              <a:off x="0" y="-57150"/>
              <a:ext cx="10241280" cy="768547"/>
            </a:xfrm>
            <a:prstGeom prst="rect">
              <a:avLst/>
            </a:prstGeom>
          </p:spPr>
          <p:txBody>
            <a:bodyPr lIns="0" tIns="0" rIns="0" bIns="0" rtlCol="0" anchor="ctr"/>
            <a:lstStyle/>
            <a:p>
              <a:pPr algn="l">
                <a:lnSpc>
                  <a:spcPts val="2849"/>
                </a:lnSpc>
              </a:pPr>
              <a:r>
                <a:rPr lang="en-US" sz="2800" b="1" u="sng">
                  <a:solidFill>
                    <a:srgbClr val="C1571A"/>
                  </a:solidFill>
                  <a:latin typeface="Calibri (MS) Bold"/>
                  <a:ea typeface="Calibri (MS) Bold"/>
                  <a:cs typeface="Calibri (MS) Bold"/>
                  <a:sym typeface="Calibri (MS) Bold"/>
                </a:rPr>
                <a:t>🌱</a:t>
              </a:r>
              <a:r>
                <a:rPr lang="en-US" sz="2800" b="1" u="sng">
                  <a:solidFill>
                    <a:srgbClr val="000000"/>
                  </a:solidFill>
                  <a:latin typeface="Calibri (MS) Bold"/>
                  <a:ea typeface="Calibri (MS) Bold"/>
                  <a:cs typeface="Calibri (MS) Bold"/>
                  <a:sym typeface="Calibri (MS) Bold"/>
                </a:rPr>
                <a:t> </a:t>
              </a:r>
              <a:r>
                <a:rPr lang="en-US" sz="2800" b="1">
                  <a:solidFill>
                    <a:srgbClr val="000000"/>
                  </a:solidFill>
                  <a:latin typeface="Calibri (MS) Bold"/>
                  <a:ea typeface="Calibri (MS) Bold"/>
                  <a:cs typeface="Calibri (MS) Bold"/>
                  <a:sym typeface="Calibri (MS) Bold"/>
                </a:rPr>
                <a:t>Challenges and Problems</a:t>
              </a:r>
            </a:p>
          </p:txBody>
        </p:sp>
      </p:grpSp>
      <p:grpSp>
        <p:nvGrpSpPr>
          <p:cNvPr id="18" name="Group 18"/>
          <p:cNvGrpSpPr/>
          <p:nvPr/>
        </p:nvGrpSpPr>
        <p:grpSpPr>
          <a:xfrm>
            <a:off x="159931" y="4705023"/>
            <a:ext cx="7841069" cy="574416"/>
            <a:chOff x="0" y="0"/>
            <a:chExt cx="2080987" cy="125895"/>
          </a:xfrm>
        </p:grpSpPr>
        <p:sp>
          <p:nvSpPr>
            <p:cNvPr id="19" name="Freeform 19"/>
            <p:cNvSpPr/>
            <p:nvPr/>
          </p:nvSpPr>
          <p:spPr>
            <a:xfrm>
              <a:off x="0" y="0"/>
              <a:ext cx="2080988" cy="125895"/>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138E45"/>
            </a:solidFill>
          </p:spPr>
        </p:sp>
        <p:sp>
          <p:nvSpPr>
            <p:cNvPr id="20" name="TextBox 20"/>
            <p:cNvSpPr txBox="1"/>
            <p:nvPr/>
          </p:nvSpPr>
          <p:spPr>
            <a:xfrm>
              <a:off x="0" y="-38100"/>
              <a:ext cx="2080987" cy="163995"/>
            </a:xfrm>
            <a:prstGeom prst="rect">
              <a:avLst/>
            </a:prstGeom>
          </p:spPr>
          <p:txBody>
            <a:bodyPr lIns="50800" tIns="50800" rIns="50800" bIns="50800" rtlCol="0" anchor="ctr"/>
            <a:lstStyle/>
            <a:p>
              <a:pPr algn="ctr">
                <a:lnSpc>
                  <a:spcPts val="2250"/>
                </a:lnSpc>
              </a:pPr>
              <a:endParaRPr/>
            </a:p>
          </p:txBody>
        </p:sp>
      </p:grpSp>
      <p:grpSp>
        <p:nvGrpSpPr>
          <p:cNvPr id="21" name="Group 21"/>
          <p:cNvGrpSpPr/>
          <p:nvPr/>
        </p:nvGrpSpPr>
        <p:grpSpPr>
          <a:xfrm>
            <a:off x="389859" y="1641935"/>
            <a:ext cx="7927302" cy="3038016"/>
            <a:chOff x="0" y="0"/>
            <a:chExt cx="16569369" cy="6349954"/>
          </a:xfrm>
        </p:grpSpPr>
        <p:sp>
          <p:nvSpPr>
            <p:cNvPr id="22" name="Freeform 22"/>
            <p:cNvSpPr/>
            <p:nvPr/>
          </p:nvSpPr>
          <p:spPr>
            <a:xfrm>
              <a:off x="0" y="0"/>
              <a:ext cx="16569368" cy="6349954"/>
            </a:xfrm>
            <a:custGeom>
              <a:avLst/>
              <a:gdLst/>
              <a:ahLst/>
              <a:cxnLst/>
              <a:rect l="l" t="t" r="r" b="b"/>
              <a:pathLst>
                <a:path w="16569368" h="6349954">
                  <a:moveTo>
                    <a:pt x="0" y="0"/>
                  </a:moveTo>
                  <a:lnTo>
                    <a:pt x="16569368" y="0"/>
                  </a:lnTo>
                  <a:lnTo>
                    <a:pt x="16569368" y="6349954"/>
                  </a:lnTo>
                  <a:lnTo>
                    <a:pt x="0" y="6349954"/>
                  </a:lnTo>
                  <a:close/>
                </a:path>
              </a:pathLst>
            </a:custGeom>
            <a:blipFill>
              <a:blip r:embed="rId4">
                <a:alphaModFix amt="0"/>
              </a:blip>
              <a:stretch>
                <a:fillRect t="-14865" r="38191" b="52014"/>
              </a:stretch>
            </a:blipFill>
          </p:spPr>
        </p:sp>
        <p:sp>
          <p:nvSpPr>
            <p:cNvPr id="23" name="TextBox 23"/>
            <p:cNvSpPr txBox="1"/>
            <p:nvPr/>
          </p:nvSpPr>
          <p:spPr>
            <a:xfrm>
              <a:off x="0" y="-85725"/>
              <a:ext cx="16569369" cy="6435679"/>
            </a:xfrm>
            <a:prstGeom prst="rect">
              <a:avLst/>
            </a:prstGeom>
          </p:spPr>
          <p:txBody>
            <a:bodyPr lIns="0" tIns="0" rIns="0" bIns="0" rtlCol="0" anchor="ctr"/>
            <a:lstStyle/>
            <a:p>
              <a:pPr marL="457200" lvl="0" indent="-457200">
                <a:buFont typeface="Wingdings" panose="05000000000000000000" pitchFamily="2" charset="2"/>
                <a:buChar char="Ø"/>
              </a:pPr>
              <a:r>
                <a:rPr lang="en-IN" sz="2800"/>
                <a:t> Workers difficult to find </a:t>
              </a:r>
            </a:p>
            <a:p>
              <a:pPr marL="457200" lvl="0" indent="-457200">
                <a:buFont typeface="Wingdings" panose="05000000000000000000" pitchFamily="2" charset="2"/>
                <a:buChar char="Ø"/>
              </a:pPr>
              <a:r>
                <a:rPr lang="en-IN" sz="2800"/>
                <a:t> No trust verification </a:t>
              </a:r>
            </a:p>
            <a:p>
              <a:pPr marL="457200" lvl="0" indent="-457200">
                <a:buFont typeface="Wingdings" panose="05000000000000000000" pitchFamily="2" charset="2"/>
                <a:buChar char="Ø"/>
              </a:pPr>
              <a:r>
                <a:rPr lang="en-IN" sz="2800"/>
                <a:t> High platform commissions </a:t>
              </a:r>
            </a:p>
            <a:p>
              <a:pPr marL="457200" lvl="0" indent="-457200">
                <a:buFont typeface="Wingdings" panose="05000000000000000000" pitchFamily="2" charset="2"/>
                <a:buChar char="Ø"/>
              </a:pPr>
              <a:r>
                <a:rPr lang="en-IN" sz="2800"/>
                <a:t> No worker welfare </a:t>
              </a:r>
            </a:p>
            <a:p>
              <a:pPr marL="457200" lvl="0" indent="-457200">
                <a:buFont typeface="Wingdings" panose="05000000000000000000" pitchFamily="2" charset="2"/>
                <a:buChar char="Ø"/>
              </a:pPr>
              <a:r>
                <a:rPr lang="en-IN" sz="2800"/>
                <a:t> Unorganized local market</a:t>
              </a:r>
            </a:p>
          </p:txBody>
        </p:sp>
      </p:grpSp>
      <p:grpSp>
        <p:nvGrpSpPr>
          <p:cNvPr id="24" name="Group 24"/>
          <p:cNvGrpSpPr/>
          <p:nvPr/>
        </p:nvGrpSpPr>
        <p:grpSpPr>
          <a:xfrm>
            <a:off x="9277427" y="1922099"/>
            <a:ext cx="3129603" cy="842749"/>
            <a:chOff x="0" y="-38100"/>
            <a:chExt cx="824258" cy="169944"/>
          </a:xfrm>
        </p:grpSpPr>
        <p:sp>
          <p:nvSpPr>
            <p:cNvPr id="25" name="Freeform 25"/>
            <p:cNvSpPr/>
            <p:nvPr/>
          </p:nvSpPr>
          <p:spPr>
            <a:xfrm>
              <a:off x="0" y="0"/>
              <a:ext cx="824258" cy="131844"/>
            </a:xfrm>
            <a:custGeom>
              <a:avLst/>
              <a:gdLst/>
              <a:ahLst/>
              <a:cxnLst/>
              <a:rect l="l" t="t" r="r" b="b"/>
              <a:pathLst>
                <a:path w="824258" h="131844">
                  <a:moveTo>
                    <a:pt x="65922" y="0"/>
                  </a:moveTo>
                  <a:lnTo>
                    <a:pt x="758335" y="0"/>
                  </a:lnTo>
                  <a:cubicBezTo>
                    <a:pt x="794743" y="0"/>
                    <a:pt x="824258" y="29514"/>
                    <a:pt x="824258" y="65922"/>
                  </a:cubicBezTo>
                  <a:lnTo>
                    <a:pt x="824258" y="65922"/>
                  </a:lnTo>
                  <a:cubicBezTo>
                    <a:pt x="824258" y="102330"/>
                    <a:pt x="794743" y="131844"/>
                    <a:pt x="758335" y="131844"/>
                  </a:cubicBezTo>
                  <a:lnTo>
                    <a:pt x="65922" y="131844"/>
                  </a:lnTo>
                  <a:cubicBezTo>
                    <a:pt x="29514" y="131844"/>
                    <a:pt x="0" y="102330"/>
                    <a:pt x="0" y="65922"/>
                  </a:cubicBezTo>
                  <a:lnTo>
                    <a:pt x="0" y="65922"/>
                  </a:lnTo>
                  <a:cubicBezTo>
                    <a:pt x="0" y="29514"/>
                    <a:pt x="29514" y="0"/>
                    <a:pt x="65922" y="0"/>
                  </a:cubicBezTo>
                  <a:close/>
                </a:path>
              </a:pathLst>
            </a:custGeom>
            <a:solidFill>
              <a:srgbClr val="138E45"/>
            </a:solidFill>
          </p:spPr>
        </p:sp>
        <p:sp>
          <p:nvSpPr>
            <p:cNvPr id="26" name="TextBox 26"/>
            <p:cNvSpPr txBox="1"/>
            <p:nvPr/>
          </p:nvSpPr>
          <p:spPr>
            <a:xfrm>
              <a:off x="0" y="-38100"/>
              <a:ext cx="824258" cy="169944"/>
            </a:xfrm>
            <a:prstGeom prst="rect">
              <a:avLst/>
            </a:prstGeom>
          </p:spPr>
          <p:txBody>
            <a:bodyPr lIns="50800" tIns="50800" rIns="50800" bIns="50800" rtlCol="0" anchor="ctr"/>
            <a:lstStyle/>
            <a:p>
              <a:pPr algn="ctr">
                <a:lnSpc>
                  <a:spcPts val="2250"/>
                </a:lnSpc>
              </a:pPr>
              <a:endParaRPr/>
            </a:p>
          </p:txBody>
        </p:sp>
      </p:grpSp>
      <p:grpSp>
        <p:nvGrpSpPr>
          <p:cNvPr id="27" name="Group 27"/>
          <p:cNvGrpSpPr/>
          <p:nvPr/>
        </p:nvGrpSpPr>
        <p:grpSpPr>
          <a:xfrm>
            <a:off x="15557429" y="2078674"/>
            <a:ext cx="2588662" cy="674395"/>
            <a:chOff x="0" y="0"/>
            <a:chExt cx="824258" cy="131844"/>
          </a:xfrm>
        </p:grpSpPr>
        <p:sp>
          <p:nvSpPr>
            <p:cNvPr id="28" name="Freeform 28"/>
            <p:cNvSpPr/>
            <p:nvPr/>
          </p:nvSpPr>
          <p:spPr>
            <a:xfrm>
              <a:off x="0" y="0"/>
              <a:ext cx="824258" cy="131844"/>
            </a:xfrm>
            <a:custGeom>
              <a:avLst/>
              <a:gdLst/>
              <a:ahLst/>
              <a:cxnLst/>
              <a:rect l="l" t="t" r="r" b="b"/>
              <a:pathLst>
                <a:path w="824258" h="131844">
                  <a:moveTo>
                    <a:pt x="65922" y="0"/>
                  </a:moveTo>
                  <a:lnTo>
                    <a:pt x="758335" y="0"/>
                  </a:lnTo>
                  <a:cubicBezTo>
                    <a:pt x="794743" y="0"/>
                    <a:pt x="824258" y="29514"/>
                    <a:pt x="824258" y="65922"/>
                  </a:cubicBezTo>
                  <a:lnTo>
                    <a:pt x="824258" y="65922"/>
                  </a:lnTo>
                  <a:cubicBezTo>
                    <a:pt x="824258" y="102330"/>
                    <a:pt x="794743" y="131844"/>
                    <a:pt x="758335" y="131844"/>
                  </a:cubicBezTo>
                  <a:lnTo>
                    <a:pt x="65922" y="131844"/>
                  </a:lnTo>
                  <a:cubicBezTo>
                    <a:pt x="29514" y="131844"/>
                    <a:pt x="0" y="102330"/>
                    <a:pt x="0" y="65922"/>
                  </a:cubicBezTo>
                  <a:lnTo>
                    <a:pt x="0" y="65922"/>
                  </a:lnTo>
                  <a:cubicBezTo>
                    <a:pt x="0" y="29514"/>
                    <a:pt x="29514" y="0"/>
                    <a:pt x="65922" y="0"/>
                  </a:cubicBezTo>
                  <a:close/>
                </a:path>
              </a:pathLst>
            </a:custGeom>
            <a:solidFill>
              <a:srgbClr val="138E45"/>
            </a:solidFill>
          </p:spPr>
        </p:sp>
        <p:sp>
          <p:nvSpPr>
            <p:cNvPr id="29" name="TextBox 29"/>
            <p:cNvSpPr txBox="1"/>
            <p:nvPr/>
          </p:nvSpPr>
          <p:spPr>
            <a:xfrm>
              <a:off x="0" y="-38100"/>
              <a:ext cx="824258" cy="169944"/>
            </a:xfrm>
            <a:prstGeom prst="rect">
              <a:avLst/>
            </a:prstGeom>
          </p:spPr>
          <p:txBody>
            <a:bodyPr lIns="50800" tIns="50800" rIns="50800" bIns="50800" rtlCol="0" anchor="ctr"/>
            <a:lstStyle/>
            <a:p>
              <a:pPr algn="ctr">
                <a:lnSpc>
                  <a:spcPts val="2250"/>
                </a:lnSpc>
              </a:pPr>
              <a:endParaRPr/>
            </a:p>
          </p:txBody>
        </p:sp>
      </p:grpSp>
      <p:grpSp>
        <p:nvGrpSpPr>
          <p:cNvPr id="30" name="Group 30"/>
          <p:cNvGrpSpPr/>
          <p:nvPr/>
        </p:nvGrpSpPr>
        <p:grpSpPr>
          <a:xfrm>
            <a:off x="12406306" y="2077995"/>
            <a:ext cx="3098288" cy="685127"/>
            <a:chOff x="0" y="0"/>
            <a:chExt cx="824258" cy="131844"/>
          </a:xfrm>
        </p:grpSpPr>
        <p:sp>
          <p:nvSpPr>
            <p:cNvPr id="31" name="Freeform 31"/>
            <p:cNvSpPr/>
            <p:nvPr/>
          </p:nvSpPr>
          <p:spPr>
            <a:xfrm>
              <a:off x="0" y="0"/>
              <a:ext cx="824258" cy="131844"/>
            </a:xfrm>
            <a:custGeom>
              <a:avLst/>
              <a:gdLst/>
              <a:ahLst/>
              <a:cxnLst/>
              <a:rect l="l" t="t" r="r" b="b"/>
              <a:pathLst>
                <a:path w="824258" h="131844">
                  <a:moveTo>
                    <a:pt x="65922" y="0"/>
                  </a:moveTo>
                  <a:lnTo>
                    <a:pt x="758335" y="0"/>
                  </a:lnTo>
                  <a:cubicBezTo>
                    <a:pt x="794743" y="0"/>
                    <a:pt x="824258" y="29514"/>
                    <a:pt x="824258" y="65922"/>
                  </a:cubicBezTo>
                  <a:lnTo>
                    <a:pt x="824258" y="65922"/>
                  </a:lnTo>
                  <a:cubicBezTo>
                    <a:pt x="824258" y="102330"/>
                    <a:pt x="794743" y="131844"/>
                    <a:pt x="758335" y="131844"/>
                  </a:cubicBezTo>
                  <a:lnTo>
                    <a:pt x="65922" y="131844"/>
                  </a:lnTo>
                  <a:cubicBezTo>
                    <a:pt x="29514" y="131844"/>
                    <a:pt x="0" y="102330"/>
                    <a:pt x="0" y="65922"/>
                  </a:cubicBezTo>
                  <a:lnTo>
                    <a:pt x="0" y="65922"/>
                  </a:lnTo>
                  <a:cubicBezTo>
                    <a:pt x="0" y="29514"/>
                    <a:pt x="29514" y="0"/>
                    <a:pt x="65922" y="0"/>
                  </a:cubicBezTo>
                  <a:close/>
                </a:path>
              </a:pathLst>
            </a:custGeom>
            <a:solidFill>
              <a:srgbClr val="138E45"/>
            </a:solidFill>
          </p:spPr>
        </p:sp>
        <p:sp>
          <p:nvSpPr>
            <p:cNvPr id="32" name="TextBox 32"/>
            <p:cNvSpPr txBox="1"/>
            <p:nvPr/>
          </p:nvSpPr>
          <p:spPr>
            <a:xfrm>
              <a:off x="0" y="-38100"/>
              <a:ext cx="824258" cy="169944"/>
            </a:xfrm>
            <a:prstGeom prst="rect">
              <a:avLst/>
            </a:prstGeom>
          </p:spPr>
          <p:txBody>
            <a:bodyPr lIns="50800" tIns="50800" rIns="50800" bIns="50800" rtlCol="0" anchor="ctr"/>
            <a:lstStyle/>
            <a:p>
              <a:pPr algn="ctr">
                <a:lnSpc>
                  <a:spcPts val="2250"/>
                </a:lnSpc>
              </a:pPr>
              <a:endParaRPr/>
            </a:p>
          </p:txBody>
        </p:sp>
      </p:grpSp>
      <p:grpSp>
        <p:nvGrpSpPr>
          <p:cNvPr id="33" name="Group 33"/>
          <p:cNvGrpSpPr/>
          <p:nvPr/>
        </p:nvGrpSpPr>
        <p:grpSpPr>
          <a:xfrm>
            <a:off x="10476754" y="1387506"/>
            <a:ext cx="7280349" cy="864797"/>
            <a:chOff x="-563132" y="-19697"/>
            <a:chExt cx="9707132" cy="1153063"/>
          </a:xfrm>
        </p:grpSpPr>
        <p:sp>
          <p:nvSpPr>
            <p:cNvPr id="34" name="Freeform 34"/>
            <p:cNvSpPr/>
            <p:nvPr/>
          </p:nvSpPr>
          <p:spPr>
            <a:xfrm>
              <a:off x="0" y="0"/>
              <a:ext cx="9144000" cy="1095914"/>
            </a:xfrm>
            <a:custGeom>
              <a:avLst/>
              <a:gdLst/>
              <a:ahLst/>
              <a:cxnLst/>
              <a:rect l="l" t="t" r="r" b="b"/>
              <a:pathLst>
                <a:path w="9144000" h="1095914">
                  <a:moveTo>
                    <a:pt x="0" y="0"/>
                  </a:moveTo>
                  <a:lnTo>
                    <a:pt x="9144000" y="0"/>
                  </a:lnTo>
                  <a:lnTo>
                    <a:pt x="9144000" y="1095914"/>
                  </a:lnTo>
                  <a:lnTo>
                    <a:pt x="0" y="1095914"/>
                  </a:lnTo>
                  <a:close/>
                </a:path>
              </a:pathLst>
            </a:custGeom>
            <a:blipFill>
              <a:blip r:embed="rId4">
                <a:alphaModFix amt="0"/>
              </a:blip>
              <a:stretch>
                <a:fillRect t="-135877" b="-89277"/>
              </a:stretch>
            </a:blipFill>
          </p:spPr>
        </p:sp>
        <p:sp>
          <p:nvSpPr>
            <p:cNvPr id="35" name="TextBox 35"/>
            <p:cNvSpPr txBox="1"/>
            <p:nvPr/>
          </p:nvSpPr>
          <p:spPr>
            <a:xfrm>
              <a:off x="-563132" y="-19697"/>
              <a:ext cx="9144000" cy="1153063"/>
            </a:xfrm>
            <a:prstGeom prst="rect">
              <a:avLst/>
            </a:prstGeom>
          </p:spPr>
          <p:txBody>
            <a:bodyPr lIns="0" tIns="0" rIns="0" bIns="0" rtlCol="0" anchor="ctr"/>
            <a:lstStyle/>
            <a:p>
              <a:pPr algn="l">
                <a:lnSpc>
                  <a:spcPts val="2849"/>
                </a:lnSpc>
              </a:pPr>
              <a:r>
                <a:rPr lang="en-US" sz="2800" b="1" u="sng">
                  <a:solidFill>
                    <a:srgbClr val="C1571A"/>
                  </a:solidFill>
                  <a:latin typeface="Calibri (MS) Bold"/>
                  <a:ea typeface="Calibri (MS) Bold"/>
                  <a:cs typeface="Calibri (MS) Bold"/>
                  <a:sym typeface="Calibri (MS) Bold"/>
                </a:rPr>
                <a:t>🔷 Innovation and Uniqueness</a:t>
              </a:r>
            </a:p>
            <a:p>
              <a:pPr algn="l">
                <a:lnSpc>
                  <a:spcPts val="2849"/>
                </a:lnSpc>
              </a:pPr>
              <a:endParaRPr lang="en-US" sz="2374" b="1" u="sng">
                <a:solidFill>
                  <a:srgbClr val="C1571A"/>
                </a:solidFill>
                <a:latin typeface="Calibri (MS) Bold"/>
                <a:ea typeface="Calibri (MS) Bold"/>
                <a:cs typeface="Calibri (MS) Bold"/>
                <a:sym typeface="Calibri (MS) Bold"/>
              </a:endParaRPr>
            </a:p>
          </p:txBody>
        </p:sp>
      </p:grpSp>
      <p:grpSp>
        <p:nvGrpSpPr>
          <p:cNvPr id="36" name="Group 36"/>
          <p:cNvGrpSpPr/>
          <p:nvPr/>
        </p:nvGrpSpPr>
        <p:grpSpPr>
          <a:xfrm>
            <a:off x="1844040" y="4731612"/>
            <a:ext cx="7680960" cy="648226"/>
            <a:chOff x="0" y="-57150"/>
            <a:chExt cx="10241280" cy="864303"/>
          </a:xfrm>
        </p:grpSpPr>
        <p:sp>
          <p:nvSpPr>
            <p:cNvPr id="37" name="Freeform 37"/>
            <p:cNvSpPr/>
            <p:nvPr/>
          </p:nvSpPr>
          <p:spPr>
            <a:xfrm>
              <a:off x="182880" y="181138"/>
              <a:ext cx="10058400" cy="626015"/>
            </a:xfrm>
            <a:custGeom>
              <a:avLst/>
              <a:gdLst/>
              <a:ahLst/>
              <a:cxnLst/>
              <a:rect l="l" t="t" r="r" b="b"/>
              <a:pathLst>
                <a:path w="10058400" h="626014">
                  <a:moveTo>
                    <a:pt x="0" y="0"/>
                  </a:moveTo>
                  <a:lnTo>
                    <a:pt x="10058400" y="0"/>
                  </a:lnTo>
                  <a:lnTo>
                    <a:pt x="10058400" y="626014"/>
                  </a:lnTo>
                  <a:lnTo>
                    <a:pt x="0" y="626014"/>
                  </a:lnTo>
                  <a:close/>
                </a:path>
              </a:pathLst>
            </a:custGeom>
            <a:blipFill>
              <a:blip r:embed="rId4">
                <a:alphaModFix amt="0"/>
              </a:blip>
              <a:stretch>
                <a:fillRect t="-266332" b="-259814"/>
              </a:stretch>
            </a:blipFill>
          </p:spPr>
        </p:sp>
        <p:sp>
          <p:nvSpPr>
            <p:cNvPr id="38" name="TextBox 38"/>
            <p:cNvSpPr txBox="1"/>
            <p:nvPr/>
          </p:nvSpPr>
          <p:spPr>
            <a:xfrm>
              <a:off x="0" y="-57150"/>
              <a:ext cx="10058400" cy="683164"/>
            </a:xfrm>
            <a:prstGeom prst="rect">
              <a:avLst/>
            </a:prstGeom>
          </p:spPr>
          <p:txBody>
            <a:bodyPr lIns="0" tIns="0" rIns="0" bIns="0" rtlCol="0" anchor="ctr"/>
            <a:lstStyle/>
            <a:p>
              <a:pPr algn="l">
                <a:lnSpc>
                  <a:spcPts val="2849"/>
                </a:lnSpc>
              </a:pPr>
              <a:r>
                <a:rPr lang="en-US" sz="2800" b="1">
                  <a:solidFill>
                    <a:srgbClr val="1A1A1A"/>
                  </a:solidFill>
                  <a:latin typeface="Calibri (MS) Bold"/>
                  <a:ea typeface="Calibri (MS) Bold"/>
                  <a:cs typeface="Calibri (MS) Bold"/>
                  <a:sym typeface="Calibri (MS) Bold"/>
                </a:rPr>
                <a:t>💡 Proposed Solution</a:t>
              </a:r>
            </a:p>
          </p:txBody>
        </p:sp>
      </p:grpSp>
      <p:grpSp>
        <p:nvGrpSpPr>
          <p:cNvPr id="39" name="Group 39"/>
          <p:cNvGrpSpPr/>
          <p:nvPr/>
        </p:nvGrpSpPr>
        <p:grpSpPr>
          <a:xfrm>
            <a:off x="119401" y="5347095"/>
            <a:ext cx="7946265" cy="3952510"/>
            <a:chOff x="-11856" y="-80016"/>
            <a:chExt cx="2092843" cy="1040990"/>
          </a:xfrm>
        </p:grpSpPr>
        <p:sp>
          <p:nvSpPr>
            <p:cNvPr id="40" name="Freeform 40"/>
            <p:cNvSpPr/>
            <p:nvPr/>
          </p:nvSpPr>
          <p:spPr>
            <a:xfrm>
              <a:off x="-11856" y="-80016"/>
              <a:ext cx="2080988" cy="1040990"/>
            </a:xfrm>
            <a:custGeom>
              <a:avLst/>
              <a:gdLst/>
              <a:ahLst/>
              <a:cxnLst/>
              <a:rect l="l" t="t" r="r" b="b"/>
              <a:pathLst>
                <a:path w="2080988" h="957838">
                  <a:moveTo>
                    <a:pt x="0" y="0"/>
                  </a:moveTo>
                  <a:lnTo>
                    <a:pt x="2080988" y="0"/>
                  </a:lnTo>
                  <a:lnTo>
                    <a:pt x="2080988" y="957838"/>
                  </a:lnTo>
                  <a:lnTo>
                    <a:pt x="0" y="957838"/>
                  </a:lnTo>
                  <a:close/>
                </a:path>
              </a:pathLst>
            </a:custGeom>
            <a:solidFill>
              <a:srgbClr val="C8D1D9"/>
            </a:solidFill>
          </p:spPr>
        </p:sp>
        <p:sp>
          <p:nvSpPr>
            <p:cNvPr id="41" name="TextBox 41"/>
            <p:cNvSpPr txBox="1"/>
            <p:nvPr/>
          </p:nvSpPr>
          <p:spPr>
            <a:xfrm>
              <a:off x="0" y="-38100"/>
              <a:ext cx="2080987" cy="995938"/>
            </a:xfrm>
            <a:prstGeom prst="rect">
              <a:avLst/>
            </a:prstGeom>
          </p:spPr>
          <p:txBody>
            <a:bodyPr lIns="50800" tIns="50800" rIns="50800" bIns="50800" rtlCol="0" anchor="ctr"/>
            <a:lstStyle/>
            <a:p>
              <a:pPr algn="ctr">
                <a:lnSpc>
                  <a:spcPts val="2250"/>
                </a:lnSpc>
              </a:pPr>
              <a:endParaRPr/>
            </a:p>
          </p:txBody>
        </p:sp>
      </p:grpSp>
      <p:grpSp>
        <p:nvGrpSpPr>
          <p:cNvPr id="42" name="Group 42"/>
          <p:cNvGrpSpPr/>
          <p:nvPr/>
        </p:nvGrpSpPr>
        <p:grpSpPr>
          <a:xfrm>
            <a:off x="383253" y="5968530"/>
            <a:ext cx="7735402" cy="3382477"/>
            <a:chOff x="0" y="0"/>
            <a:chExt cx="10283634" cy="5052714"/>
          </a:xfrm>
        </p:grpSpPr>
        <p:sp>
          <p:nvSpPr>
            <p:cNvPr id="43" name="Freeform 43"/>
            <p:cNvSpPr/>
            <p:nvPr/>
          </p:nvSpPr>
          <p:spPr>
            <a:xfrm>
              <a:off x="0" y="0"/>
              <a:ext cx="10283634" cy="5052714"/>
            </a:xfrm>
            <a:custGeom>
              <a:avLst/>
              <a:gdLst/>
              <a:ahLst/>
              <a:cxnLst/>
              <a:rect l="l" t="t" r="r" b="b"/>
              <a:pathLst>
                <a:path w="10283634" h="5052714">
                  <a:moveTo>
                    <a:pt x="0" y="0"/>
                  </a:moveTo>
                  <a:lnTo>
                    <a:pt x="10283634" y="0"/>
                  </a:lnTo>
                  <a:lnTo>
                    <a:pt x="10283634" y="5052714"/>
                  </a:lnTo>
                  <a:lnTo>
                    <a:pt x="0" y="5052714"/>
                  </a:lnTo>
                  <a:close/>
                </a:path>
              </a:pathLst>
            </a:custGeom>
            <a:blipFill>
              <a:blip r:embed="rId4">
                <a:alphaModFix amt="0"/>
              </a:blip>
              <a:stretch>
                <a:fillRect t="-30445" r="411" b="51457"/>
              </a:stretch>
            </a:blipFill>
          </p:spPr>
        </p:sp>
        <p:sp>
          <p:nvSpPr>
            <p:cNvPr id="44" name="TextBox 44"/>
            <p:cNvSpPr txBox="1"/>
            <p:nvPr/>
          </p:nvSpPr>
          <p:spPr>
            <a:xfrm>
              <a:off x="60087" y="110376"/>
              <a:ext cx="8601917" cy="3095080"/>
            </a:xfrm>
            <a:prstGeom prst="rect">
              <a:avLst/>
            </a:prstGeom>
          </p:spPr>
          <p:txBody>
            <a:bodyPr lIns="0" tIns="0" rIns="0" bIns="0" rtlCol="0" anchor="ctr"/>
            <a:lstStyle/>
            <a:p>
              <a:pPr>
                <a:lnSpc>
                  <a:spcPts val="2969"/>
                </a:lnSpc>
              </a:pPr>
              <a:endParaRPr lang="en-US" sz="2800" b="1">
                <a:solidFill>
                  <a:srgbClr val="C1571A"/>
                </a:solidFill>
                <a:latin typeface="Calibri (MS) Bold"/>
                <a:ea typeface="Calibri (MS) Bold"/>
                <a:cs typeface="Calibri (MS) Bold"/>
                <a:sym typeface="Calibri (MS) Bold"/>
              </a:endParaRPr>
            </a:p>
            <a:p>
              <a:pPr algn="l">
                <a:lnSpc>
                  <a:spcPts val="2969"/>
                </a:lnSpc>
              </a:pPr>
              <a:r>
                <a:rPr lang="en-US" sz="2800" b="1">
                  <a:solidFill>
                    <a:srgbClr val="C1571A"/>
                  </a:solidFill>
                  <a:latin typeface="Calibri (MS) Bold"/>
                  <a:ea typeface="Calibri (MS) Bold"/>
                  <a:cs typeface="Calibri (MS) Bold"/>
                  <a:sym typeface="Calibri (MS) Bold"/>
                </a:rPr>
                <a:t>Cooperative-Owned Service Marketplace</a:t>
              </a:r>
              <a:endParaRPr lang="en-US"/>
            </a:p>
            <a:p>
              <a:pPr marL="342900" indent="-342900" algn="l">
                <a:lnSpc>
                  <a:spcPts val="2705"/>
                </a:lnSpc>
                <a:buFont typeface="Wingdings" panose="05000000000000000000" pitchFamily="2" charset="2"/>
                <a:buChar char="Ø"/>
              </a:pPr>
              <a:endParaRPr lang="en-US" sz="2400" b="1">
                <a:solidFill>
                  <a:srgbClr val="000000"/>
                </a:solidFill>
                <a:latin typeface="Calibri (MS) Bold"/>
                <a:ea typeface="Calibri (MS) Bold"/>
                <a:cs typeface="Calibri (MS) Bold"/>
                <a:sym typeface="Calibri (MS) Bold"/>
              </a:endParaRPr>
            </a:p>
            <a:p>
              <a:pPr marL="342900" lvl="0" indent="-342900">
                <a:buFont typeface="Wingdings" panose="05000000000000000000" pitchFamily="2" charset="2"/>
                <a:buChar char="Ø"/>
              </a:pPr>
              <a:r>
                <a:rPr lang="en-US" sz="2400" b="1">
                  <a:solidFill>
                    <a:srgbClr val="1A1A1A"/>
                  </a:solidFill>
                  <a:latin typeface="Calibri (MS) Bold"/>
                  <a:ea typeface="Calibri (MS) Bold"/>
                  <a:cs typeface="Calibri (MS) Bold"/>
                  <a:sym typeface="Calibri (MS) Bold"/>
                </a:rPr>
                <a:t> </a:t>
              </a:r>
              <a:r>
                <a:rPr lang="en-IN" sz="2800"/>
                <a:t>Verified worker registration </a:t>
              </a:r>
              <a:endParaRPr lang="en-IN" sz="2800">
                <a:ea typeface="Calibri"/>
                <a:cs typeface="Calibri"/>
              </a:endParaRPr>
            </a:p>
            <a:p>
              <a:pPr marL="457200" lvl="0" indent="-457200">
                <a:buFont typeface="Wingdings" panose="05000000000000000000" pitchFamily="2" charset="2"/>
                <a:buChar char="Ø"/>
              </a:pPr>
              <a:r>
                <a:rPr lang="en-US" sz="2800" b="1">
                  <a:solidFill>
                    <a:srgbClr val="1A1A1A"/>
                  </a:solidFill>
                  <a:latin typeface="Calibri (MS) Bold"/>
                  <a:ea typeface="Calibri (MS) Bold"/>
                  <a:cs typeface="Calibri (MS) Bold"/>
                  <a:sym typeface="Calibri (MS) Bold"/>
                </a:rPr>
                <a:t> </a:t>
              </a:r>
              <a:r>
                <a:rPr lang="en-IN" sz="2800"/>
                <a:t>Skill-based service discovery </a:t>
              </a:r>
              <a:endParaRPr lang="en-IN" sz="2800">
                <a:ea typeface="Calibri"/>
                <a:cs typeface="Calibri"/>
              </a:endParaRPr>
            </a:p>
            <a:p>
              <a:pPr marL="457200" lvl="0" indent="-457200">
                <a:buFont typeface="Wingdings" panose="05000000000000000000" pitchFamily="2" charset="2"/>
                <a:buChar char="Ø"/>
              </a:pPr>
              <a:r>
                <a:rPr lang="en-US" sz="2800" b="1">
                  <a:solidFill>
                    <a:srgbClr val="1A1A1A"/>
                  </a:solidFill>
                  <a:latin typeface="Calibri (MS) Bold"/>
                  <a:ea typeface="Calibri (MS) Bold"/>
                  <a:cs typeface="Calibri (MS) Bold"/>
                  <a:sym typeface="Calibri (MS) Bold"/>
                </a:rPr>
                <a:t> </a:t>
              </a:r>
              <a:r>
                <a:rPr lang="en-IN" sz="2800"/>
                <a:t>Secure digital payments </a:t>
              </a:r>
              <a:endParaRPr lang="en-IN" sz="2800">
                <a:ea typeface="Calibri"/>
                <a:cs typeface="Calibri"/>
              </a:endParaRPr>
            </a:p>
            <a:p>
              <a:pPr marL="457200" lvl="0" indent="-457200">
                <a:buFont typeface="Wingdings" panose="05000000000000000000" pitchFamily="2" charset="2"/>
                <a:buChar char="Ø"/>
              </a:pPr>
              <a:r>
                <a:rPr lang="en-US" sz="2800" b="1">
                  <a:solidFill>
                    <a:srgbClr val="1A1A1A"/>
                  </a:solidFill>
                  <a:latin typeface="Calibri (MS) Bold"/>
                  <a:ea typeface="Calibri (MS) Bold"/>
                  <a:cs typeface="Calibri (MS) Bold"/>
                  <a:sym typeface="Calibri (MS) Bold"/>
                </a:rPr>
                <a:t> </a:t>
              </a:r>
              <a:r>
                <a:rPr lang="en-IN" sz="2800"/>
                <a:t>Cooperative administration </a:t>
              </a:r>
              <a:endParaRPr lang="en-IN" sz="2800">
                <a:ea typeface="Calibri"/>
                <a:cs typeface="Calibri"/>
              </a:endParaRPr>
            </a:p>
            <a:p>
              <a:pPr marL="457200" lvl="0" indent="-457200">
                <a:buFont typeface="Wingdings" panose="05000000000000000000" pitchFamily="2" charset="2"/>
                <a:buChar char="Ø"/>
              </a:pPr>
              <a:r>
                <a:rPr lang="en-US" sz="2800" b="1">
                  <a:solidFill>
                    <a:srgbClr val="1A1A1A"/>
                  </a:solidFill>
                  <a:latin typeface="Calibri (MS) Bold"/>
                  <a:ea typeface="Calibri (MS) Bold"/>
                  <a:cs typeface="Calibri (MS) Bold"/>
                  <a:sym typeface="Calibri (MS) Bold"/>
                </a:rPr>
                <a:t> </a:t>
              </a:r>
              <a:r>
                <a:rPr lang="en-IN" sz="2800"/>
                <a:t>Insurance integration </a:t>
              </a:r>
              <a:endParaRPr lang="en-IN" sz="2800">
                <a:ea typeface="Calibri"/>
                <a:cs typeface="Calibri"/>
              </a:endParaRPr>
            </a:p>
            <a:p>
              <a:pPr marL="457200" lvl="0" indent="-457200">
                <a:buFont typeface="Wingdings" panose="05000000000000000000" pitchFamily="2" charset="2"/>
                <a:buChar char="Ø"/>
              </a:pPr>
              <a:r>
                <a:rPr lang="en-US" sz="2800" b="1">
                  <a:solidFill>
                    <a:srgbClr val="1A1A1A"/>
                  </a:solidFill>
                  <a:latin typeface="Calibri (MS) Bold"/>
                  <a:ea typeface="Calibri (MS) Bold"/>
                  <a:cs typeface="Calibri (MS) Bold"/>
                  <a:sym typeface="Calibri (MS) Bold"/>
                </a:rPr>
                <a:t> </a:t>
              </a:r>
              <a:r>
                <a:rPr lang="en-IN" sz="2800"/>
                <a:t>Emergency fund support</a:t>
              </a:r>
              <a:endParaRPr lang="en-IN" sz="2800">
                <a:ea typeface="Calibri"/>
                <a:cs typeface="Calibri"/>
              </a:endParaRPr>
            </a:p>
          </p:txBody>
        </p:sp>
      </p:grpSp>
      <p:grpSp>
        <p:nvGrpSpPr>
          <p:cNvPr id="45" name="Group 45"/>
          <p:cNvGrpSpPr/>
          <p:nvPr/>
        </p:nvGrpSpPr>
        <p:grpSpPr>
          <a:xfrm>
            <a:off x="9109862" y="6391656"/>
            <a:ext cx="9036228" cy="3086100"/>
            <a:chOff x="0" y="0"/>
            <a:chExt cx="2379912" cy="812800"/>
          </a:xfrm>
        </p:grpSpPr>
        <p:sp>
          <p:nvSpPr>
            <p:cNvPr id="46" name="Freeform 46"/>
            <p:cNvSpPr/>
            <p:nvPr/>
          </p:nvSpPr>
          <p:spPr>
            <a:xfrm>
              <a:off x="0" y="0"/>
              <a:ext cx="2379912" cy="812800"/>
            </a:xfrm>
            <a:custGeom>
              <a:avLst/>
              <a:gdLst/>
              <a:ahLst/>
              <a:cxnLst/>
              <a:rect l="l" t="t" r="r" b="b"/>
              <a:pathLst>
                <a:path w="2379912" h="812800">
                  <a:moveTo>
                    <a:pt x="43695" y="0"/>
                  </a:moveTo>
                  <a:lnTo>
                    <a:pt x="2336217" y="0"/>
                  </a:lnTo>
                  <a:cubicBezTo>
                    <a:pt x="2347805" y="0"/>
                    <a:pt x="2358919" y="4604"/>
                    <a:pt x="2367114" y="12798"/>
                  </a:cubicBezTo>
                  <a:cubicBezTo>
                    <a:pt x="2375308" y="20992"/>
                    <a:pt x="2379912" y="32106"/>
                    <a:pt x="2379912" y="43695"/>
                  </a:cubicBezTo>
                  <a:lnTo>
                    <a:pt x="2379912" y="769105"/>
                  </a:lnTo>
                  <a:cubicBezTo>
                    <a:pt x="2379912" y="780694"/>
                    <a:pt x="2375308" y="791808"/>
                    <a:pt x="2367114" y="800002"/>
                  </a:cubicBezTo>
                  <a:cubicBezTo>
                    <a:pt x="2358919" y="808196"/>
                    <a:pt x="2347805" y="812800"/>
                    <a:pt x="2336217" y="812800"/>
                  </a:cubicBezTo>
                  <a:lnTo>
                    <a:pt x="43695" y="812800"/>
                  </a:lnTo>
                  <a:cubicBezTo>
                    <a:pt x="32106" y="812800"/>
                    <a:pt x="20992" y="808196"/>
                    <a:pt x="12798" y="800002"/>
                  </a:cubicBezTo>
                  <a:cubicBezTo>
                    <a:pt x="4604" y="791808"/>
                    <a:pt x="0" y="780694"/>
                    <a:pt x="0" y="769105"/>
                  </a:cubicBezTo>
                  <a:lnTo>
                    <a:pt x="0" y="43695"/>
                  </a:lnTo>
                  <a:cubicBezTo>
                    <a:pt x="0" y="32106"/>
                    <a:pt x="4604" y="20992"/>
                    <a:pt x="12798" y="12798"/>
                  </a:cubicBezTo>
                  <a:cubicBezTo>
                    <a:pt x="20992" y="4604"/>
                    <a:pt x="32106" y="0"/>
                    <a:pt x="43695" y="0"/>
                  </a:cubicBezTo>
                  <a:close/>
                </a:path>
              </a:pathLst>
            </a:custGeom>
            <a:solidFill>
              <a:srgbClr val="C8D1D9"/>
            </a:solidFill>
          </p:spPr>
        </p:sp>
        <p:sp>
          <p:nvSpPr>
            <p:cNvPr id="47" name="TextBox 47"/>
            <p:cNvSpPr txBox="1"/>
            <p:nvPr/>
          </p:nvSpPr>
          <p:spPr>
            <a:xfrm>
              <a:off x="0" y="-38100"/>
              <a:ext cx="2379912" cy="850900"/>
            </a:xfrm>
            <a:prstGeom prst="rect">
              <a:avLst/>
            </a:prstGeom>
          </p:spPr>
          <p:txBody>
            <a:bodyPr lIns="50800" tIns="50800" rIns="50800" bIns="50800" rtlCol="0" anchor="ctr"/>
            <a:lstStyle/>
            <a:p>
              <a:pPr algn="ctr">
                <a:lnSpc>
                  <a:spcPts val="2250"/>
                </a:lnSpc>
              </a:pPr>
              <a:endParaRPr/>
            </a:p>
          </p:txBody>
        </p:sp>
      </p:grpSp>
      <p:grpSp>
        <p:nvGrpSpPr>
          <p:cNvPr id="48" name="Group 48"/>
          <p:cNvGrpSpPr/>
          <p:nvPr/>
        </p:nvGrpSpPr>
        <p:grpSpPr>
          <a:xfrm>
            <a:off x="1820621" y="7270908"/>
            <a:ext cx="2446579" cy="685800"/>
            <a:chOff x="0" y="0"/>
            <a:chExt cx="10241280" cy="914400"/>
          </a:xfrm>
        </p:grpSpPr>
        <p:sp>
          <p:nvSpPr>
            <p:cNvPr id="49" name="Freeform 49"/>
            <p:cNvSpPr/>
            <p:nvPr/>
          </p:nvSpPr>
          <p:spPr>
            <a:xfrm>
              <a:off x="0" y="0"/>
              <a:ext cx="10241280" cy="914400"/>
            </a:xfrm>
            <a:custGeom>
              <a:avLst/>
              <a:gdLst/>
              <a:ahLst/>
              <a:cxnLst/>
              <a:rect l="l" t="t" r="r" b="b"/>
              <a:pathLst>
                <a:path w="10241280" h="914400">
                  <a:moveTo>
                    <a:pt x="0" y="0"/>
                  </a:moveTo>
                  <a:lnTo>
                    <a:pt x="10241280" y="0"/>
                  </a:lnTo>
                  <a:lnTo>
                    <a:pt x="10241280" y="914400"/>
                  </a:lnTo>
                  <a:lnTo>
                    <a:pt x="0" y="914400"/>
                  </a:lnTo>
                  <a:close/>
                </a:path>
              </a:pathLst>
            </a:custGeom>
            <a:blipFill>
              <a:blip r:embed="rId4">
                <a:alphaModFix amt="0"/>
              </a:blip>
              <a:stretch>
                <a:fillRect t="-168232" b="-168232"/>
              </a:stretch>
            </a:blipFill>
          </p:spPr>
        </p:sp>
        <p:sp>
          <p:nvSpPr>
            <p:cNvPr id="50" name="TextBox 50"/>
            <p:cNvSpPr txBox="1"/>
            <p:nvPr/>
          </p:nvSpPr>
          <p:spPr>
            <a:xfrm>
              <a:off x="0" y="-47625"/>
              <a:ext cx="10241280" cy="962025"/>
            </a:xfrm>
            <a:prstGeom prst="rect">
              <a:avLst/>
            </a:prstGeom>
          </p:spPr>
          <p:txBody>
            <a:bodyPr lIns="0" tIns="0" rIns="0" bIns="0" rtlCol="0" anchor="ctr"/>
            <a:lstStyle/>
            <a:p>
              <a:pPr algn="l">
                <a:lnSpc>
                  <a:spcPts val="2178"/>
                </a:lnSpc>
              </a:pPr>
              <a:endParaRPr/>
            </a:p>
          </p:txBody>
        </p:sp>
      </p:grpSp>
      <p:grpSp>
        <p:nvGrpSpPr>
          <p:cNvPr id="51" name="Group 51"/>
          <p:cNvGrpSpPr/>
          <p:nvPr/>
        </p:nvGrpSpPr>
        <p:grpSpPr>
          <a:xfrm>
            <a:off x="10761965" y="5969734"/>
            <a:ext cx="7231793" cy="512372"/>
            <a:chOff x="0" y="-57149"/>
            <a:chExt cx="9642391" cy="683163"/>
          </a:xfrm>
        </p:grpSpPr>
        <p:sp>
          <p:nvSpPr>
            <p:cNvPr id="52" name="Freeform 52"/>
            <p:cNvSpPr/>
            <p:nvPr/>
          </p:nvSpPr>
          <p:spPr>
            <a:xfrm>
              <a:off x="0" y="0"/>
              <a:ext cx="9144000" cy="626014"/>
            </a:xfrm>
            <a:custGeom>
              <a:avLst/>
              <a:gdLst/>
              <a:ahLst/>
              <a:cxnLst/>
              <a:rect l="l" t="t" r="r" b="b"/>
              <a:pathLst>
                <a:path w="9144000" h="626014">
                  <a:moveTo>
                    <a:pt x="0" y="0"/>
                  </a:moveTo>
                  <a:lnTo>
                    <a:pt x="9144000" y="0"/>
                  </a:lnTo>
                  <a:lnTo>
                    <a:pt x="9144000" y="626014"/>
                  </a:lnTo>
                  <a:lnTo>
                    <a:pt x="0" y="626014"/>
                  </a:lnTo>
                  <a:close/>
                </a:path>
              </a:pathLst>
            </a:custGeom>
            <a:blipFill>
              <a:blip r:embed="rId4">
                <a:alphaModFix amt="0"/>
              </a:blip>
              <a:stretch>
                <a:fillRect t="-237870" b="-231353"/>
              </a:stretch>
            </a:blipFill>
          </p:spPr>
        </p:sp>
        <p:sp>
          <p:nvSpPr>
            <p:cNvPr id="53" name="TextBox 53"/>
            <p:cNvSpPr txBox="1"/>
            <p:nvPr/>
          </p:nvSpPr>
          <p:spPr>
            <a:xfrm>
              <a:off x="498391" y="-57149"/>
              <a:ext cx="9144000" cy="683163"/>
            </a:xfrm>
            <a:prstGeom prst="rect">
              <a:avLst/>
            </a:prstGeom>
          </p:spPr>
          <p:txBody>
            <a:bodyPr lIns="0" tIns="0" rIns="0" bIns="0" rtlCol="0" anchor="ctr"/>
            <a:lstStyle/>
            <a:p>
              <a:pPr algn="just">
                <a:lnSpc>
                  <a:spcPts val="2849"/>
                </a:lnSpc>
              </a:pPr>
              <a:r>
                <a:rPr lang="en-US" sz="2374" b="1" u="sng">
                  <a:solidFill>
                    <a:srgbClr val="C1571A"/>
                  </a:solidFill>
                  <a:latin typeface="Calibri (MS) Bold"/>
                  <a:ea typeface="Calibri (MS) Bold"/>
                  <a:cs typeface="Calibri (MS) Bold"/>
                  <a:sym typeface="Calibri (MS) Bold"/>
                </a:rPr>
                <a:t>🔶 How it Addresses the Problems</a:t>
              </a:r>
            </a:p>
          </p:txBody>
        </p:sp>
      </p:grpSp>
      <p:grpSp>
        <p:nvGrpSpPr>
          <p:cNvPr id="54" name="Group 54"/>
          <p:cNvGrpSpPr/>
          <p:nvPr/>
        </p:nvGrpSpPr>
        <p:grpSpPr>
          <a:xfrm>
            <a:off x="9959384" y="4217514"/>
            <a:ext cx="3602043" cy="760666"/>
            <a:chOff x="0" y="-38100"/>
            <a:chExt cx="824258" cy="169944"/>
          </a:xfrm>
        </p:grpSpPr>
        <p:sp>
          <p:nvSpPr>
            <p:cNvPr id="55" name="Freeform 55"/>
            <p:cNvSpPr/>
            <p:nvPr/>
          </p:nvSpPr>
          <p:spPr>
            <a:xfrm>
              <a:off x="0" y="0"/>
              <a:ext cx="824258" cy="131844"/>
            </a:xfrm>
            <a:custGeom>
              <a:avLst/>
              <a:gdLst/>
              <a:ahLst/>
              <a:cxnLst/>
              <a:rect l="l" t="t" r="r" b="b"/>
              <a:pathLst>
                <a:path w="824258" h="131844">
                  <a:moveTo>
                    <a:pt x="65922" y="0"/>
                  </a:moveTo>
                  <a:lnTo>
                    <a:pt x="758335" y="0"/>
                  </a:lnTo>
                  <a:cubicBezTo>
                    <a:pt x="794743" y="0"/>
                    <a:pt x="824258" y="29514"/>
                    <a:pt x="824258" y="65922"/>
                  </a:cubicBezTo>
                  <a:lnTo>
                    <a:pt x="824258" y="65922"/>
                  </a:lnTo>
                  <a:cubicBezTo>
                    <a:pt x="824258" y="102330"/>
                    <a:pt x="794743" y="131844"/>
                    <a:pt x="758335" y="131844"/>
                  </a:cubicBezTo>
                  <a:lnTo>
                    <a:pt x="65922" y="131844"/>
                  </a:lnTo>
                  <a:cubicBezTo>
                    <a:pt x="29514" y="131844"/>
                    <a:pt x="0" y="102330"/>
                    <a:pt x="0" y="65922"/>
                  </a:cubicBezTo>
                  <a:lnTo>
                    <a:pt x="0" y="65922"/>
                  </a:lnTo>
                  <a:cubicBezTo>
                    <a:pt x="0" y="29514"/>
                    <a:pt x="29514" y="0"/>
                    <a:pt x="65922" y="0"/>
                  </a:cubicBezTo>
                  <a:close/>
                </a:path>
              </a:pathLst>
            </a:custGeom>
            <a:solidFill>
              <a:srgbClr val="138E45"/>
            </a:solidFill>
          </p:spPr>
        </p:sp>
        <p:sp>
          <p:nvSpPr>
            <p:cNvPr id="56" name="TextBox 56"/>
            <p:cNvSpPr txBox="1"/>
            <p:nvPr/>
          </p:nvSpPr>
          <p:spPr>
            <a:xfrm>
              <a:off x="0" y="-38100"/>
              <a:ext cx="824258" cy="169944"/>
            </a:xfrm>
            <a:prstGeom prst="rect">
              <a:avLst/>
            </a:prstGeom>
          </p:spPr>
          <p:txBody>
            <a:bodyPr lIns="50800" tIns="50800" rIns="50800" bIns="50800" rtlCol="0" anchor="ctr"/>
            <a:lstStyle/>
            <a:p>
              <a:pPr algn="ctr">
                <a:lnSpc>
                  <a:spcPts val="2250"/>
                </a:lnSpc>
              </a:pPr>
              <a:endParaRPr/>
            </a:p>
          </p:txBody>
        </p:sp>
      </p:grpSp>
      <p:grpSp>
        <p:nvGrpSpPr>
          <p:cNvPr id="57" name="Group 57"/>
          <p:cNvGrpSpPr/>
          <p:nvPr/>
        </p:nvGrpSpPr>
        <p:grpSpPr>
          <a:xfrm>
            <a:off x="14373659" y="4300441"/>
            <a:ext cx="3380123" cy="673389"/>
            <a:chOff x="0" y="0"/>
            <a:chExt cx="824258" cy="131844"/>
          </a:xfrm>
        </p:grpSpPr>
        <p:sp>
          <p:nvSpPr>
            <p:cNvPr id="58" name="Freeform 58"/>
            <p:cNvSpPr/>
            <p:nvPr/>
          </p:nvSpPr>
          <p:spPr>
            <a:xfrm>
              <a:off x="0" y="0"/>
              <a:ext cx="824258" cy="131844"/>
            </a:xfrm>
            <a:custGeom>
              <a:avLst/>
              <a:gdLst/>
              <a:ahLst/>
              <a:cxnLst/>
              <a:rect l="l" t="t" r="r" b="b"/>
              <a:pathLst>
                <a:path w="824258" h="131844">
                  <a:moveTo>
                    <a:pt x="65922" y="0"/>
                  </a:moveTo>
                  <a:lnTo>
                    <a:pt x="758335" y="0"/>
                  </a:lnTo>
                  <a:cubicBezTo>
                    <a:pt x="794743" y="0"/>
                    <a:pt x="824258" y="29514"/>
                    <a:pt x="824258" y="65922"/>
                  </a:cubicBezTo>
                  <a:lnTo>
                    <a:pt x="824258" y="65922"/>
                  </a:lnTo>
                  <a:cubicBezTo>
                    <a:pt x="824258" y="102330"/>
                    <a:pt x="794743" y="131844"/>
                    <a:pt x="758335" y="131844"/>
                  </a:cubicBezTo>
                  <a:lnTo>
                    <a:pt x="65922" y="131844"/>
                  </a:lnTo>
                  <a:cubicBezTo>
                    <a:pt x="29514" y="131844"/>
                    <a:pt x="0" y="102330"/>
                    <a:pt x="0" y="65922"/>
                  </a:cubicBezTo>
                  <a:lnTo>
                    <a:pt x="0" y="65922"/>
                  </a:lnTo>
                  <a:cubicBezTo>
                    <a:pt x="0" y="29514"/>
                    <a:pt x="29514" y="0"/>
                    <a:pt x="65922" y="0"/>
                  </a:cubicBezTo>
                  <a:close/>
                </a:path>
              </a:pathLst>
            </a:custGeom>
            <a:solidFill>
              <a:srgbClr val="138E45"/>
            </a:solidFill>
          </p:spPr>
        </p:sp>
        <p:sp>
          <p:nvSpPr>
            <p:cNvPr id="59" name="TextBox 59"/>
            <p:cNvSpPr txBox="1"/>
            <p:nvPr/>
          </p:nvSpPr>
          <p:spPr>
            <a:xfrm>
              <a:off x="0" y="-38100"/>
              <a:ext cx="824258" cy="169944"/>
            </a:xfrm>
            <a:prstGeom prst="rect">
              <a:avLst/>
            </a:prstGeom>
          </p:spPr>
          <p:txBody>
            <a:bodyPr lIns="50800" tIns="50800" rIns="50800" bIns="50800" rtlCol="0" anchor="ctr"/>
            <a:lstStyle/>
            <a:p>
              <a:pPr algn="ctr">
                <a:lnSpc>
                  <a:spcPts val="2250"/>
                </a:lnSpc>
              </a:pPr>
              <a:endParaRPr/>
            </a:p>
          </p:txBody>
        </p:sp>
      </p:grpSp>
      <p:grpSp>
        <p:nvGrpSpPr>
          <p:cNvPr id="61" name="Group 61"/>
          <p:cNvGrpSpPr/>
          <p:nvPr/>
        </p:nvGrpSpPr>
        <p:grpSpPr>
          <a:xfrm>
            <a:off x="0" y="9532144"/>
            <a:ext cx="18288000" cy="754856"/>
            <a:chOff x="0" y="0"/>
            <a:chExt cx="24384000" cy="1006475"/>
          </a:xfrm>
        </p:grpSpPr>
        <p:sp>
          <p:nvSpPr>
            <p:cNvPr id="62" name="Freeform 62"/>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63" name="Group 63"/>
          <p:cNvGrpSpPr/>
          <p:nvPr/>
        </p:nvGrpSpPr>
        <p:grpSpPr>
          <a:xfrm>
            <a:off x="6972300" y="9534525"/>
            <a:ext cx="4806001" cy="547688"/>
            <a:chOff x="0" y="0"/>
            <a:chExt cx="6408001" cy="730250"/>
          </a:xfrm>
        </p:grpSpPr>
        <p:sp>
          <p:nvSpPr>
            <p:cNvPr id="64" name="Freeform 64"/>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4">
                <a:alphaModFix amt="0"/>
              </a:blip>
              <a:stretch>
                <a:fillRect t="-120982" b="-120982"/>
              </a:stretch>
            </a:blipFill>
          </p:spPr>
        </p:sp>
        <p:sp>
          <p:nvSpPr>
            <p:cNvPr id="65" name="TextBox 65"/>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sp>
        <p:nvSpPr>
          <p:cNvPr id="66" name="TextBox 66"/>
          <p:cNvSpPr txBox="1"/>
          <p:nvPr/>
        </p:nvSpPr>
        <p:spPr>
          <a:xfrm>
            <a:off x="7648100" y="13089"/>
            <a:ext cx="2105499" cy="705321"/>
          </a:xfrm>
          <a:prstGeom prst="rect">
            <a:avLst/>
          </a:prstGeom>
        </p:spPr>
        <p:txBody>
          <a:bodyPr wrap="square" lIns="0" tIns="0" rIns="0" bIns="0" rtlCol="0" anchor="t">
            <a:spAutoFit/>
          </a:bodyPr>
          <a:lstStyle/>
          <a:p>
            <a:pPr algn="ctr">
              <a:lnSpc>
                <a:spcPts val="5519"/>
              </a:lnSpc>
              <a:spcBef>
                <a:spcPct val="0"/>
              </a:spcBef>
            </a:pPr>
            <a:r>
              <a:rPr lang="en-US" sz="4599" b="1">
                <a:solidFill>
                  <a:srgbClr val="000000"/>
                </a:solidFill>
                <a:latin typeface="Calibri (MS) Bold"/>
                <a:ea typeface="Calibri (MS) Bold"/>
                <a:cs typeface="Calibri (MS) Bold"/>
                <a:sym typeface="Calibri (MS) Bold"/>
              </a:rPr>
              <a:t>SERVIO</a:t>
            </a:r>
          </a:p>
        </p:txBody>
      </p:sp>
      <p:sp>
        <p:nvSpPr>
          <p:cNvPr id="67" name="TextBox 67"/>
          <p:cNvSpPr txBox="1"/>
          <p:nvPr/>
        </p:nvSpPr>
        <p:spPr>
          <a:xfrm>
            <a:off x="9376850" y="2142398"/>
            <a:ext cx="2936379" cy="597408"/>
          </a:xfrm>
          <a:prstGeom prst="rect">
            <a:avLst/>
          </a:prstGeom>
        </p:spPr>
        <p:txBody>
          <a:bodyPr wrap="square" lIns="0" tIns="0" rIns="0" bIns="0" rtlCol="0" anchor="t">
            <a:spAutoFit/>
          </a:bodyPr>
          <a:lstStyle/>
          <a:p>
            <a:pPr algn="ctr">
              <a:lnSpc>
                <a:spcPts val="2250"/>
              </a:lnSpc>
              <a:spcBef>
                <a:spcPct val="0"/>
              </a:spcBef>
            </a:pPr>
            <a:r>
              <a:rPr lang="en-US" sz="2400" b="1">
                <a:solidFill>
                  <a:srgbClr val="000000"/>
                </a:solidFill>
                <a:latin typeface="Calibri (MS) Bold"/>
                <a:ea typeface="Calibri (MS) Bold"/>
                <a:cs typeface="Calibri (MS) Bold"/>
                <a:sym typeface="Calibri (MS) Bold"/>
              </a:rPr>
              <a:t>🤝 Cooperative Ownership</a:t>
            </a:r>
          </a:p>
        </p:txBody>
      </p:sp>
      <p:sp>
        <p:nvSpPr>
          <p:cNvPr id="68" name="TextBox 68"/>
          <p:cNvSpPr txBox="1"/>
          <p:nvPr/>
        </p:nvSpPr>
        <p:spPr>
          <a:xfrm>
            <a:off x="12559594" y="2175272"/>
            <a:ext cx="2536855" cy="597408"/>
          </a:xfrm>
          <a:prstGeom prst="rect">
            <a:avLst/>
          </a:prstGeom>
        </p:spPr>
        <p:txBody>
          <a:bodyPr wrap="square" lIns="0" tIns="0" rIns="0" bIns="0" rtlCol="0" anchor="t">
            <a:spAutoFit/>
          </a:bodyPr>
          <a:lstStyle/>
          <a:p>
            <a:pPr algn="ctr">
              <a:lnSpc>
                <a:spcPts val="2250"/>
              </a:lnSpc>
              <a:spcBef>
                <a:spcPct val="0"/>
              </a:spcBef>
            </a:pPr>
            <a:r>
              <a:rPr lang="en-US" sz="2400" b="1">
                <a:solidFill>
                  <a:srgbClr val="000000"/>
                </a:solidFill>
                <a:latin typeface="Calibri (MS) Bold"/>
                <a:ea typeface="Calibri (MS) Bold"/>
                <a:cs typeface="Calibri (MS) Bold"/>
                <a:sym typeface="Calibri (MS) Bold"/>
              </a:rPr>
              <a:t>🗳️ Democratic         Governance</a:t>
            </a:r>
          </a:p>
        </p:txBody>
      </p:sp>
      <p:sp>
        <p:nvSpPr>
          <p:cNvPr id="69" name="TextBox 69"/>
          <p:cNvSpPr txBox="1"/>
          <p:nvPr/>
        </p:nvSpPr>
        <p:spPr>
          <a:xfrm>
            <a:off x="15491269" y="2147998"/>
            <a:ext cx="2627471" cy="597408"/>
          </a:xfrm>
          <a:prstGeom prst="rect">
            <a:avLst/>
          </a:prstGeom>
        </p:spPr>
        <p:txBody>
          <a:bodyPr lIns="0" tIns="0" rIns="0" bIns="0" rtlCol="0" anchor="t">
            <a:spAutoFit/>
          </a:bodyPr>
          <a:lstStyle/>
          <a:p>
            <a:pPr algn="ctr">
              <a:lnSpc>
                <a:spcPts val="2250"/>
              </a:lnSpc>
              <a:spcBef>
                <a:spcPct val="0"/>
              </a:spcBef>
            </a:pPr>
            <a:r>
              <a:rPr lang="en-US" sz="2400" b="1">
                <a:solidFill>
                  <a:srgbClr val="000000"/>
                </a:solidFill>
                <a:latin typeface="Calibri (MS) Bold"/>
                <a:ea typeface="Calibri (MS) Bold"/>
                <a:cs typeface="Calibri (MS) Bold"/>
                <a:sym typeface="Calibri (MS) Bold"/>
              </a:rPr>
              <a:t>💰 Transparent Economics</a:t>
            </a:r>
          </a:p>
        </p:txBody>
      </p:sp>
      <p:sp>
        <p:nvSpPr>
          <p:cNvPr id="70" name="TextBox 70"/>
          <p:cNvSpPr txBox="1"/>
          <p:nvPr/>
        </p:nvSpPr>
        <p:spPr>
          <a:xfrm>
            <a:off x="9408165" y="2937274"/>
            <a:ext cx="2707600" cy="1104900"/>
          </a:xfrm>
          <a:prstGeom prst="rect">
            <a:avLst/>
          </a:prstGeom>
        </p:spPr>
        <p:txBody>
          <a:bodyPr lIns="0" tIns="0" rIns="0" bIns="0" rtlCol="0" anchor="t">
            <a:spAutoFit/>
          </a:bodyPr>
          <a:lstStyle/>
          <a:p>
            <a:pPr algn="ctr">
              <a:lnSpc>
                <a:spcPts val="2130"/>
              </a:lnSpc>
              <a:spcBef>
                <a:spcPct val="0"/>
              </a:spcBef>
            </a:pPr>
            <a:r>
              <a:rPr lang="en-US" sz="1775">
                <a:solidFill>
                  <a:srgbClr val="000000"/>
                </a:solidFill>
                <a:latin typeface="Calibri (MS)"/>
                <a:ea typeface="Calibri (MS)"/>
                <a:cs typeface="Calibri (MS)"/>
                <a:sym typeface="Calibri (MS)"/>
              </a:rPr>
              <a:t>Workers are not only service providers — they are members and stakeholders of the platform.</a:t>
            </a:r>
          </a:p>
        </p:txBody>
      </p:sp>
      <p:sp>
        <p:nvSpPr>
          <p:cNvPr id="71" name="TextBox 71"/>
          <p:cNvSpPr txBox="1"/>
          <p:nvPr/>
        </p:nvSpPr>
        <p:spPr>
          <a:xfrm>
            <a:off x="12686023" y="3057636"/>
            <a:ext cx="2717721" cy="838200"/>
          </a:xfrm>
          <a:prstGeom prst="rect">
            <a:avLst/>
          </a:prstGeom>
        </p:spPr>
        <p:txBody>
          <a:bodyPr lIns="0" tIns="0" rIns="0" bIns="0" rtlCol="0" anchor="t">
            <a:spAutoFit/>
          </a:bodyPr>
          <a:lstStyle/>
          <a:p>
            <a:pPr algn="ctr">
              <a:lnSpc>
                <a:spcPts val="2130"/>
              </a:lnSpc>
              <a:spcBef>
                <a:spcPct val="0"/>
              </a:spcBef>
            </a:pPr>
            <a:r>
              <a:rPr lang="en-US" sz="1775">
                <a:solidFill>
                  <a:srgbClr val="000000"/>
                </a:solidFill>
                <a:latin typeface="Calibri (MS)"/>
                <a:ea typeface="Calibri (MS)"/>
                <a:cs typeface="Calibri (MS)"/>
                <a:sym typeface="Calibri (MS)"/>
              </a:rPr>
              <a:t>Members can participate in collective decision-making and platform policies.</a:t>
            </a:r>
          </a:p>
        </p:txBody>
      </p:sp>
      <p:sp>
        <p:nvSpPr>
          <p:cNvPr id="72" name="TextBox 72"/>
          <p:cNvSpPr txBox="1"/>
          <p:nvPr/>
        </p:nvSpPr>
        <p:spPr>
          <a:xfrm>
            <a:off x="15656856" y="2852786"/>
            <a:ext cx="2603082" cy="1077218"/>
          </a:xfrm>
          <a:prstGeom prst="rect">
            <a:avLst/>
          </a:prstGeom>
        </p:spPr>
        <p:txBody>
          <a:bodyPr wrap="square" lIns="0" tIns="0" rIns="0" bIns="0" rtlCol="0" anchor="t">
            <a:spAutoFit/>
          </a:bodyPr>
          <a:lstStyle/>
          <a:p>
            <a:pPr algn="ctr">
              <a:lnSpc>
                <a:spcPts val="2130"/>
              </a:lnSpc>
              <a:spcBef>
                <a:spcPct val="0"/>
              </a:spcBef>
            </a:pPr>
            <a:r>
              <a:rPr lang="en-US" sz="1775">
                <a:solidFill>
                  <a:srgbClr val="000000"/>
                </a:solidFill>
                <a:latin typeface="Calibri (MS)"/>
                <a:ea typeface="Calibri (MS)"/>
                <a:cs typeface="Calibri (MS)"/>
                <a:sym typeface="Calibri (MS)"/>
              </a:rPr>
              <a:t>Clear service pricing and earnings information create a fairer and more transparent service.</a:t>
            </a:r>
          </a:p>
        </p:txBody>
      </p:sp>
      <p:sp>
        <p:nvSpPr>
          <p:cNvPr id="73" name="TextBox 73"/>
          <p:cNvSpPr txBox="1"/>
          <p:nvPr/>
        </p:nvSpPr>
        <p:spPr>
          <a:xfrm>
            <a:off x="9750805" y="4560830"/>
            <a:ext cx="3808410" cy="300019"/>
          </a:xfrm>
          <a:prstGeom prst="rect">
            <a:avLst/>
          </a:prstGeom>
        </p:spPr>
        <p:txBody>
          <a:bodyPr wrap="square" lIns="0" tIns="0" rIns="0" bIns="0" rtlCol="0" anchor="t">
            <a:spAutoFit/>
          </a:bodyPr>
          <a:lstStyle/>
          <a:p>
            <a:pPr algn="ctr">
              <a:lnSpc>
                <a:spcPts val="2250"/>
              </a:lnSpc>
              <a:spcBef>
                <a:spcPct val="0"/>
              </a:spcBef>
            </a:pPr>
            <a:r>
              <a:rPr lang="en-US" sz="2400" b="1">
                <a:solidFill>
                  <a:srgbClr val="000000"/>
                </a:solidFill>
                <a:latin typeface="Calibri (MS) Bold"/>
                <a:ea typeface="Calibri (MS) Bold"/>
                <a:cs typeface="Calibri (MS) Bold"/>
                <a:sym typeface="Calibri (MS) Bold"/>
              </a:rPr>
              <a:t>📍 Local-First Matching</a:t>
            </a:r>
          </a:p>
        </p:txBody>
      </p:sp>
      <p:sp>
        <p:nvSpPr>
          <p:cNvPr id="74" name="TextBox 74"/>
          <p:cNvSpPr txBox="1"/>
          <p:nvPr/>
        </p:nvSpPr>
        <p:spPr>
          <a:xfrm>
            <a:off x="14383287" y="4402338"/>
            <a:ext cx="3124089" cy="300019"/>
          </a:xfrm>
          <a:prstGeom prst="rect">
            <a:avLst/>
          </a:prstGeom>
        </p:spPr>
        <p:txBody>
          <a:bodyPr wrap="square" lIns="0" tIns="0" rIns="0" bIns="0" rtlCol="0" anchor="t">
            <a:spAutoFit/>
          </a:bodyPr>
          <a:lstStyle/>
          <a:p>
            <a:pPr algn="ctr">
              <a:lnSpc>
                <a:spcPts val="2250"/>
              </a:lnSpc>
              <a:spcBef>
                <a:spcPct val="0"/>
              </a:spcBef>
            </a:pPr>
            <a:r>
              <a:rPr lang="en-US" sz="2400" b="1">
                <a:solidFill>
                  <a:srgbClr val="000000"/>
                </a:solidFill>
                <a:latin typeface="Calibri (MS) Bold"/>
                <a:ea typeface="Calibri (MS) Bold"/>
                <a:cs typeface="Calibri (MS) Bold"/>
                <a:sym typeface="Calibri (MS) Bold"/>
              </a:rPr>
              <a:t>⭐ Digital Reputation</a:t>
            </a:r>
          </a:p>
        </p:txBody>
      </p:sp>
      <p:sp>
        <p:nvSpPr>
          <p:cNvPr id="75" name="TextBox 75"/>
          <p:cNvSpPr txBox="1"/>
          <p:nvPr/>
        </p:nvSpPr>
        <p:spPr>
          <a:xfrm>
            <a:off x="10440642" y="5077146"/>
            <a:ext cx="3129603" cy="838200"/>
          </a:xfrm>
          <a:prstGeom prst="rect">
            <a:avLst/>
          </a:prstGeom>
        </p:spPr>
        <p:txBody>
          <a:bodyPr lIns="0" tIns="0" rIns="0" bIns="0" rtlCol="0" anchor="t">
            <a:spAutoFit/>
          </a:bodyPr>
          <a:lstStyle/>
          <a:p>
            <a:pPr algn="ctr">
              <a:lnSpc>
                <a:spcPts val="2130"/>
              </a:lnSpc>
              <a:spcBef>
                <a:spcPct val="0"/>
              </a:spcBef>
            </a:pPr>
            <a:r>
              <a:rPr lang="en-US" sz="1775">
                <a:solidFill>
                  <a:srgbClr val="000000"/>
                </a:solidFill>
                <a:latin typeface="Calibri (MS)"/>
                <a:ea typeface="Calibri (MS)"/>
                <a:cs typeface="Calibri (MS)"/>
                <a:sym typeface="Calibri (MS)"/>
              </a:rPr>
              <a:t>Requests are matched using location, skills, availability and service requirements.</a:t>
            </a:r>
          </a:p>
        </p:txBody>
      </p:sp>
      <p:sp>
        <p:nvSpPr>
          <p:cNvPr id="76" name="TextBox 76"/>
          <p:cNvSpPr txBox="1"/>
          <p:nvPr/>
        </p:nvSpPr>
        <p:spPr>
          <a:xfrm>
            <a:off x="14425431" y="5059761"/>
            <a:ext cx="3129603" cy="838200"/>
          </a:xfrm>
          <a:prstGeom prst="rect">
            <a:avLst/>
          </a:prstGeom>
        </p:spPr>
        <p:txBody>
          <a:bodyPr lIns="0" tIns="0" rIns="0" bIns="0" rtlCol="0" anchor="t">
            <a:spAutoFit/>
          </a:bodyPr>
          <a:lstStyle/>
          <a:p>
            <a:pPr algn="ctr">
              <a:lnSpc>
                <a:spcPts val="2130"/>
              </a:lnSpc>
              <a:spcBef>
                <a:spcPct val="0"/>
              </a:spcBef>
            </a:pPr>
            <a:r>
              <a:rPr lang="en-US" sz="1775">
                <a:solidFill>
                  <a:srgbClr val="000000"/>
                </a:solidFill>
                <a:latin typeface="Calibri (MS)"/>
                <a:ea typeface="Calibri (MS)"/>
                <a:cs typeface="Calibri (MS)"/>
                <a:sym typeface="Calibri (MS)"/>
              </a:rPr>
              <a:t>Providers build a trusted digital identity through verified profiles, ratings and service history.</a:t>
            </a:r>
          </a:p>
        </p:txBody>
      </p:sp>
      <p:graphicFrame>
        <p:nvGraphicFramePr>
          <p:cNvPr id="77" name="Table 76">
            <a:extLst>
              <a:ext uri="{FF2B5EF4-FFF2-40B4-BE49-F238E27FC236}">
                <a16:creationId xmlns:a16="http://schemas.microsoft.com/office/drawing/2014/main" id="{3339BFCE-4A0A-6A09-C3E3-71EC7C6BA154}"/>
              </a:ext>
            </a:extLst>
          </p:cNvPr>
          <p:cNvGraphicFramePr>
            <a:graphicFrameLocks noGrp="1"/>
          </p:cNvGraphicFramePr>
          <p:nvPr>
            <p:extLst>
              <p:ext uri="{D42A27DB-BD31-4B8C-83A1-F6EECF244321}">
                <p14:modId xmlns:p14="http://schemas.microsoft.com/office/powerpoint/2010/main" val="678524319"/>
              </p:ext>
            </p:extLst>
          </p:nvPr>
        </p:nvGraphicFramePr>
        <p:xfrm>
          <a:off x="9364421" y="6546634"/>
          <a:ext cx="8525607" cy="2804160"/>
        </p:xfrm>
        <a:graphic>
          <a:graphicData uri="http://schemas.openxmlformats.org/drawingml/2006/table">
            <a:tbl>
              <a:tblPr>
                <a:tableStyleId>{5C22544A-7EE6-4342-B048-85BDC9FD1C3A}</a:tableStyleId>
              </a:tblPr>
              <a:tblGrid>
                <a:gridCol w="3894379">
                  <a:extLst>
                    <a:ext uri="{9D8B030D-6E8A-4147-A177-3AD203B41FA5}">
                      <a16:colId xmlns:a16="http://schemas.microsoft.com/office/drawing/2014/main" val="3367210984"/>
                    </a:ext>
                  </a:extLst>
                </a:gridCol>
                <a:gridCol w="4631228">
                  <a:extLst>
                    <a:ext uri="{9D8B030D-6E8A-4147-A177-3AD203B41FA5}">
                      <a16:colId xmlns:a16="http://schemas.microsoft.com/office/drawing/2014/main" val="2824450194"/>
                    </a:ext>
                  </a:extLst>
                </a:gridCol>
              </a:tblGrid>
              <a:tr h="455357">
                <a:tc>
                  <a:txBody>
                    <a:bodyPr/>
                    <a:lstStyle/>
                    <a:p>
                      <a:pPr algn="ctr">
                        <a:buNone/>
                      </a:pPr>
                      <a:r>
                        <a:rPr lang="en-IN" sz="2800" b="1"/>
                        <a:t>Problem</a:t>
                      </a:r>
                    </a:p>
                  </a:txBody>
                  <a:tcPr anchor="ctr"/>
                </a:tc>
                <a:tc>
                  <a:txBody>
                    <a:bodyPr/>
                    <a:lstStyle/>
                    <a:p>
                      <a:pPr algn="ctr">
                        <a:buNone/>
                      </a:pPr>
                      <a:r>
                        <a:rPr lang="en-IN" sz="2800" b="1"/>
                        <a:t>SERVIO Response</a:t>
                      </a:r>
                    </a:p>
                  </a:txBody>
                  <a:tcPr anchor="ctr"/>
                </a:tc>
                <a:extLst>
                  <a:ext uri="{0D108BD9-81ED-4DB2-BD59-A6C34878D82A}">
                    <a16:rowId xmlns:a16="http://schemas.microsoft.com/office/drawing/2014/main" val="1906500495"/>
                  </a:ext>
                </a:extLst>
              </a:tr>
              <a:tr h="455357">
                <a:tc>
                  <a:txBody>
                    <a:bodyPr/>
                    <a:lstStyle/>
                    <a:p>
                      <a:pPr>
                        <a:buNone/>
                      </a:pPr>
                      <a:r>
                        <a:rPr lang="en-IN" sz="2400"/>
                        <a:t>Fragmented services</a:t>
                      </a:r>
                    </a:p>
                  </a:txBody>
                  <a:tcPr anchor="ctr"/>
                </a:tc>
                <a:tc>
                  <a:txBody>
                    <a:bodyPr/>
                    <a:lstStyle/>
                    <a:p>
                      <a:pPr>
                        <a:buNone/>
                      </a:pPr>
                      <a:r>
                        <a:rPr lang="en-IN" sz="2400"/>
                        <a:t>Unified Marketplace</a:t>
                      </a:r>
                    </a:p>
                  </a:txBody>
                  <a:tcPr anchor="ctr"/>
                </a:tc>
                <a:extLst>
                  <a:ext uri="{0D108BD9-81ED-4DB2-BD59-A6C34878D82A}">
                    <a16:rowId xmlns:a16="http://schemas.microsoft.com/office/drawing/2014/main" val="792328372"/>
                  </a:ext>
                </a:extLst>
              </a:tr>
              <a:tr h="455357">
                <a:tc>
                  <a:txBody>
                    <a:bodyPr/>
                    <a:lstStyle/>
                    <a:p>
                      <a:pPr>
                        <a:buNone/>
                      </a:pPr>
                      <a:r>
                        <a:rPr lang="en-IN" sz="2400"/>
                        <a:t>Trust gap</a:t>
                      </a:r>
                    </a:p>
                  </a:txBody>
                  <a:tcPr anchor="ctr"/>
                </a:tc>
                <a:tc>
                  <a:txBody>
                    <a:bodyPr/>
                    <a:lstStyle/>
                    <a:p>
                      <a:pPr>
                        <a:buNone/>
                      </a:pPr>
                      <a:r>
                        <a:rPr lang="en-IN" sz="2400"/>
                        <a:t>Verified Providers</a:t>
                      </a:r>
                    </a:p>
                  </a:txBody>
                  <a:tcPr anchor="ctr"/>
                </a:tc>
                <a:extLst>
                  <a:ext uri="{0D108BD9-81ED-4DB2-BD59-A6C34878D82A}">
                    <a16:rowId xmlns:a16="http://schemas.microsoft.com/office/drawing/2014/main" val="3222797889"/>
                  </a:ext>
                </a:extLst>
              </a:tr>
              <a:tr h="455357">
                <a:tc>
                  <a:txBody>
                    <a:bodyPr/>
                    <a:lstStyle/>
                    <a:p>
                      <a:pPr>
                        <a:buNone/>
                      </a:pPr>
                      <a:r>
                        <a:rPr lang="en-IN" sz="2400"/>
                        <a:t>Unclear pricing</a:t>
                      </a:r>
                    </a:p>
                  </a:txBody>
                  <a:tcPr anchor="ctr"/>
                </a:tc>
                <a:tc>
                  <a:txBody>
                    <a:bodyPr/>
                    <a:lstStyle/>
                    <a:p>
                      <a:pPr>
                        <a:buNone/>
                      </a:pPr>
                      <a:r>
                        <a:rPr lang="en-IN" sz="2400"/>
                        <a:t>Transparent Pricing</a:t>
                      </a:r>
                    </a:p>
                  </a:txBody>
                  <a:tcPr anchor="ctr"/>
                </a:tc>
                <a:extLst>
                  <a:ext uri="{0D108BD9-81ED-4DB2-BD59-A6C34878D82A}">
                    <a16:rowId xmlns:a16="http://schemas.microsoft.com/office/drawing/2014/main" val="4286598027"/>
                  </a:ext>
                </a:extLst>
              </a:tr>
              <a:tr h="455357">
                <a:tc>
                  <a:txBody>
                    <a:bodyPr/>
                    <a:lstStyle/>
                    <a:p>
                      <a:pPr>
                        <a:buNone/>
                      </a:pPr>
                      <a:r>
                        <a:rPr lang="en-IN" sz="2400"/>
                        <a:t>Limited opportunities</a:t>
                      </a:r>
                    </a:p>
                  </a:txBody>
                  <a:tcPr anchor="ctr"/>
                </a:tc>
                <a:tc>
                  <a:txBody>
                    <a:bodyPr/>
                    <a:lstStyle/>
                    <a:p>
                      <a:pPr>
                        <a:buNone/>
                      </a:pPr>
                      <a:r>
                        <a:rPr lang="en-IN" sz="2400"/>
                        <a:t>Smart Local Matching</a:t>
                      </a:r>
                    </a:p>
                  </a:txBody>
                  <a:tcPr anchor="ctr"/>
                </a:tc>
                <a:extLst>
                  <a:ext uri="{0D108BD9-81ED-4DB2-BD59-A6C34878D82A}">
                    <a16:rowId xmlns:a16="http://schemas.microsoft.com/office/drawing/2014/main" val="3782153625"/>
                  </a:ext>
                </a:extLst>
              </a:tr>
              <a:tr h="455357">
                <a:tc>
                  <a:txBody>
                    <a:bodyPr/>
                    <a:lstStyle/>
                    <a:p>
                      <a:pPr>
                        <a:buNone/>
                      </a:pPr>
                      <a:r>
                        <a:rPr lang="en-IN" sz="2400"/>
                        <a:t>Weak worker participation</a:t>
                      </a:r>
                    </a:p>
                  </a:txBody>
                  <a:tcPr anchor="ctr"/>
                </a:tc>
                <a:tc>
                  <a:txBody>
                    <a:bodyPr/>
                    <a:lstStyle/>
                    <a:p>
                      <a:pPr>
                        <a:buNone/>
                      </a:pPr>
                      <a:r>
                        <a:rPr lang="en-IN" sz="2400"/>
                        <a:t>Cooperative Governance</a:t>
                      </a:r>
                    </a:p>
                  </a:txBody>
                  <a:tcPr anchor="ctr"/>
                </a:tc>
                <a:extLst>
                  <a:ext uri="{0D108BD9-81ED-4DB2-BD59-A6C34878D82A}">
                    <a16:rowId xmlns:a16="http://schemas.microsoft.com/office/drawing/2014/main" val="91631393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reeform 19">
            <a:extLst>
              <a:ext uri="{FF2B5EF4-FFF2-40B4-BE49-F238E27FC236}">
                <a16:creationId xmlns:a16="http://schemas.microsoft.com/office/drawing/2014/main" id="{5556794F-61CF-F4F2-B4B6-DE0051E388E0}"/>
              </a:ext>
            </a:extLst>
          </p:cNvPr>
          <p:cNvSpPr/>
          <p:nvPr/>
        </p:nvSpPr>
        <p:spPr>
          <a:xfrm>
            <a:off x="1746076" y="5787400"/>
            <a:ext cx="4747026" cy="499100"/>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138E45"/>
          </a:solidFill>
        </p:spPr>
      </p:sp>
      <p:grpSp>
        <p:nvGrpSpPr>
          <p:cNvPr id="2" name="Group 2"/>
          <p:cNvGrpSpPr/>
          <p:nvPr/>
        </p:nvGrpSpPr>
        <p:grpSpPr>
          <a:xfrm>
            <a:off x="14670129" y="2248"/>
            <a:ext cx="3374774" cy="1593504"/>
            <a:chOff x="0" y="0"/>
            <a:chExt cx="4499699" cy="2124672"/>
          </a:xfrm>
        </p:grpSpPr>
        <p:sp>
          <p:nvSpPr>
            <p:cNvPr id="3" name="Freeform 3"/>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2"/>
              <a:stretch>
                <a:fillRect r="-1" b="1"/>
              </a:stretch>
            </a:blipFill>
          </p:spPr>
        </p:sp>
      </p:grpSp>
      <p:grpSp>
        <p:nvGrpSpPr>
          <p:cNvPr id="4" name="Group 4"/>
          <p:cNvGrpSpPr/>
          <p:nvPr/>
        </p:nvGrpSpPr>
        <p:grpSpPr>
          <a:xfrm>
            <a:off x="177853" y="210441"/>
            <a:ext cx="2027549" cy="1249051"/>
            <a:chOff x="0" y="0"/>
            <a:chExt cx="2703398" cy="1665402"/>
          </a:xfrm>
        </p:grpSpPr>
        <p:sp>
          <p:nvSpPr>
            <p:cNvPr id="5" name="Freeform 5" descr="Your startup LOGO"/>
            <p:cNvSpPr/>
            <p:nvPr/>
          </p:nvSpPr>
          <p:spPr>
            <a:xfrm>
              <a:off x="0" y="0"/>
              <a:ext cx="2703449" cy="1665478"/>
            </a:xfrm>
            <a:custGeom>
              <a:avLst/>
              <a:gdLst/>
              <a:ahLst/>
              <a:cxnLst/>
              <a:rect l="l" t="t" r="r" b="b"/>
              <a:pathLst>
                <a:path w="2703449" h="1665478">
                  <a:moveTo>
                    <a:pt x="0" y="832739"/>
                  </a:moveTo>
                  <a:cubicBezTo>
                    <a:pt x="0" y="372872"/>
                    <a:pt x="605155" y="0"/>
                    <a:pt x="1351661" y="0"/>
                  </a:cubicBezTo>
                  <a:cubicBezTo>
                    <a:pt x="2098167" y="0"/>
                    <a:pt x="2703449" y="372872"/>
                    <a:pt x="2703449" y="832739"/>
                  </a:cubicBezTo>
                  <a:cubicBezTo>
                    <a:pt x="2703449" y="1292606"/>
                    <a:pt x="2098294" y="1665478"/>
                    <a:pt x="1351788" y="1665478"/>
                  </a:cubicBezTo>
                  <a:cubicBezTo>
                    <a:pt x="605282" y="1665478"/>
                    <a:pt x="0" y="1292606"/>
                    <a:pt x="0" y="832739"/>
                  </a:cubicBezTo>
                  <a:close/>
                </a:path>
              </a:pathLst>
            </a:custGeom>
            <a:solidFill>
              <a:srgbClr val="FFFFFF"/>
            </a:solidFill>
            <a:ln w="38100" cap="sq">
              <a:solidFill>
                <a:srgbClr val="8064A2"/>
              </a:solidFill>
              <a:prstDash val="solid"/>
              <a:miter/>
            </a:ln>
          </p:spPr>
        </p:sp>
        <p:sp>
          <p:nvSpPr>
            <p:cNvPr id="6" name="TextBox 6"/>
            <p:cNvSpPr txBox="1"/>
            <p:nvPr/>
          </p:nvSpPr>
          <p:spPr>
            <a:xfrm>
              <a:off x="0" y="-57150"/>
              <a:ext cx="2703398" cy="1722552"/>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TECH NOVA</a:t>
              </a:r>
            </a:p>
          </p:txBody>
        </p:sp>
      </p:grpSp>
      <p:sp>
        <p:nvSpPr>
          <p:cNvPr id="7" name="Freeform 7"/>
          <p:cNvSpPr/>
          <p:nvPr/>
        </p:nvSpPr>
        <p:spPr>
          <a:xfrm>
            <a:off x="914400" y="6342712"/>
            <a:ext cx="6357323" cy="3144188"/>
          </a:xfrm>
          <a:custGeom>
            <a:avLst/>
            <a:gdLst/>
            <a:ahLst/>
            <a:cxnLst/>
            <a:rect l="l" t="t" r="r" b="b"/>
            <a:pathLst>
              <a:path w="6252144" h="3360881">
                <a:moveTo>
                  <a:pt x="0" y="0"/>
                </a:moveTo>
                <a:lnTo>
                  <a:pt x="6252144" y="0"/>
                </a:lnTo>
                <a:lnTo>
                  <a:pt x="6252144" y="3360882"/>
                </a:lnTo>
                <a:lnTo>
                  <a:pt x="0" y="3360882"/>
                </a:lnTo>
                <a:lnTo>
                  <a:pt x="0" y="0"/>
                </a:lnTo>
                <a:close/>
              </a:path>
            </a:pathLst>
          </a:custGeom>
          <a:blipFill>
            <a:blip r:embed="rId3"/>
            <a:stretch>
              <a:fillRect l="-4021" t="-4548" r="-1005" b="-2107"/>
            </a:stretch>
          </a:blipFill>
        </p:spPr>
      </p:sp>
      <p:grpSp>
        <p:nvGrpSpPr>
          <p:cNvPr id="8" name="Group 8"/>
          <p:cNvGrpSpPr/>
          <p:nvPr/>
        </p:nvGrpSpPr>
        <p:grpSpPr>
          <a:xfrm>
            <a:off x="662986" y="1759635"/>
            <a:ext cx="6816784" cy="3965724"/>
            <a:chOff x="0" y="-38100"/>
            <a:chExt cx="1795367" cy="1044470"/>
          </a:xfrm>
        </p:grpSpPr>
        <p:sp>
          <p:nvSpPr>
            <p:cNvPr id="9" name="Freeform 9"/>
            <p:cNvSpPr/>
            <p:nvPr/>
          </p:nvSpPr>
          <p:spPr>
            <a:xfrm>
              <a:off x="0" y="0"/>
              <a:ext cx="1795367" cy="1006370"/>
            </a:xfrm>
            <a:custGeom>
              <a:avLst/>
              <a:gdLst/>
              <a:ahLst/>
              <a:cxnLst/>
              <a:rect l="l" t="t" r="r" b="b"/>
              <a:pathLst>
                <a:path w="1795367" h="1006370">
                  <a:moveTo>
                    <a:pt x="0" y="0"/>
                  </a:moveTo>
                  <a:lnTo>
                    <a:pt x="1795367" y="0"/>
                  </a:lnTo>
                  <a:lnTo>
                    <a:pt x="1795367" y="1006370"/>
                  </a:lnTo>
                  <a:lnTo>
                    <a:pt x="0" y="1006370"/>
                  </a:lnTo>
                  <a:close/>
                </a:path>
              </a:pathLst>
            </a:custGeom>
            <a:solidFill>
              <a:srgbClr val="C8D1D9"/>
            </a:solidFill>
          </p:spPr>
        </p:sp>
        <p:sp>
          <p:nvSpPr>
            <p:cNvPr id="10" name="TextBox 10"/>
            <p:cNvSpPr txBox="1"/>
            <p:nvPr/>
          </p:nvSpPr>
          <p:spPr>
            <a:xfrm>
              <a:off x="0" y="-38100"/>
              <a:ext cx="1795367" cy="1044470"/>
            </a:xfrm>
            <a:prstGeom prst="rect">
              <a:avLst/>
            </a:prstGeom>
          </p:spPr>
          <p:txBody>
            <a:bodyPr lIns="50800" tIns="50800" rIns="50800" bIns="50800" rtlCol="0" anchor="ctr"/>
            <a:lstStyle/>
            <a:p>
              <a:pPr algn="ctr">
                <a:lnSpc>
                  <a:spcPts val="2250"/>
                </a:lnSpc>
              </a:pPr>
              <a:endParaRPr/>
            </a:p>
          </p:txBody>
        </p:sp>
      </p:grpSp>
      <p:grpSp>
        <p:nvGrpSpPr>
          <p:cNvPr id="11" name="Group 11"/>
          <p:cNvGrpSpPr/>
          <p:nvPr/>
        </p:nvGrpSpPr>
        <p:grpSpPr>
          <a:xfrm>
            <a:off x="8108895" y="2024332"/>
            <a:ext cx="10179105" cy="5255175"/>
            <a:chOff x="0" y="0"/>
            <a:chExt cx="2680917" cy="1384079"/>
          </a:xfrm>
        </p:grpSpPr>
        <p:sp>
          <p:nvSpPr>
            <p:cNvPr id="12" name="Freeform 12"/>
            <p:cNvSpPr/>
            <p:nvPr/>
          </p:nvSpPr>
          <p:spPr>
            <a:xfrm>
              <a:off x="0" y="0"/>
              <a:ext cx="2680917" cy="1384079"/>
            </a:xfrm>
            <a:custGeom>
              <a:avLst/>
              <a:gdLst/>
              <a:ahLst/>
              <a:cxnLst/>
              <a:rect l="l" t="t" r="r" b="b"/>
              <a:pathLst>
                <a:path w="2680917" h="1384079">
                  <a:moveTo>
                    <a:pt x="0" y="0"/>
                  </a:moveTo>
                  <a:lnTo>
                    <a:pt x="2680917" y="0"/>
                  </a:lnTo>
                  <a:lnTo>
                    <a:pt x="2680917" y="1384079"/>
                  </a:lnTo>
                  <a:lnTo>
                    <a:pt x="0" y="1384079"/>
                  </a:lnTo>
                  <a:close/>
                </a:path>
              </a:pathLst>
            </a:custGeom>
            <a:solidFill>
              <a:srgbClr val="F9C88E"/>
            </a:solidFill>
          </p:spPr>
        </p:sp>
        <p:sp>
          <p:nvSpPr>
            <p:cNvPr id="13" name="TextBox 13"/>
            <p:cNvSpPr txBox="1"/>
            <p:nvPr/>
          </p:nvSpPr>
          <p:spPr>
            <a:xfrm>
              <a:off x="0" y="-38100"/>
              <a:ext cx="2680917" cy="1422179"/>
            </a:xfrm>
            <a:prstGeom prst="rect">
              <a:avLst/>
            </a:prstGeom>
          </p:spPr>
          <p:txBody>
            <a:bodyPr lIns="50800" tIns="50800" rIns="50800" bIns="50800" rtlCol="0" anchor="ctr"/>
            <a:lstStyle/>
            <a:p>
              <a:pPr algn="ctr">
                <a:lnSpc>
                  <a:spcPts val="2250"/>
                </a:lnSpc>
              </a:pPr>
              <a:endParaRPr/>
            </a:p>
          </p:txBody>
        </p:sp>
      </p:grpSp>
      <p:sp>
        <p:nvSpPr>
          <p:cNvPr id="14" name="Freeform 14"/>
          <p:cNvSpPr/>
          <p:nvPr/>
        </p:nvSpPr>
        <p:spPr>
          <a:xfrm>
            <a:off x="8273330" y="2348503"/>
            <a:ext cx="9850235" cy="4606833"/>
          </a:xfrm>
          <a:custGeom>
            <a:avLst/>
            <a:gdLst/>
            <a:ahLst/>
            <a:cxnLst/>
            <a:rect l="l" t="t" r="r" b="b"/>
            <a:pathLst>
              <a:path w="9850235" h="4606833">
                <a:moveTo>
                  <a:pt x="0" y="0"/>
                </a:moveTo>
                <a:lnTo>
                  <a:pt x="9850235" y="0"/>
                </a:lnTo>
                <a:lnTo>
                  <a:pt x="9850235" y="4606833"/>
                </a:lnTo>
                <a:lnTo>
                  <a:pt x="0" y="4606833"/>
                </a:lnTo>
                <a:lnTo>
                  <a:pt x="0" y="0"/>
                </a:lnTo>
                <a:close/>
              </a:path>
            </a:pathLst>
          </a:custGeom>
          <a:blipFill>
            <a:blip r:embed="rId4"/>
            <a:stretch>
              <a:fillRect t="-8361" b="-8361"/>
            </a:stretch>
          </a:blipFill>
        </p:spPr>
      </p:sp>
      <p:sp>
        <p:nvSpPr>
          <p:cNvPr id="15" name="Freeform 15"/>
          <p:cNvSpPr/>
          <p:nvPr/>
        </p:nvSpPr>
        <p:spPr>
          <a:xfrm rot="10800000">
            <a:off x="9147195" y="7603522"/>
            <a:ext cx="2253207" cy="1870162"/>
          </a:xfrm>
          <a:custGeom>
            <a:avLst/>
            <a:gdLst/>
            <a:ahLst/>
            <a:cxnLst/>
            <a:rect l="l" t="t" r="r" b="b"/>
            <a:pathLst>
              <a:path w="2253207" h="1870162">
                <a:moveTo>
                  <a:pt x="0" y="0"/>
                </a:moveTo>
                <a:lnTo>
                  <a:pt x="2253207" y="0"/>
                </a:lnTo>
                <a:lnTo>
                  <a:pt x="2253207" y="1870162"/>
                </a:lnTo>
                <a:lnTo>
                  <a:pt x="0" y="187016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5669324" y="365612"/>
            <a:ext cx="7056076" cy="705321"/>
          </a:xfrm>
          <a:prstGeom prst="rect">
            <a:avLst/>
          </a:prstGeom>
        </p:spPr>
        <p:txBody>
          <a:bodyPr wrap="square" lIns="0" tIns="0" rIns="0" bIns="0" rtlCol="0" anchor="t">
            <a:spAutoFit/>
          </a:bodyPr>
          <a:lstStyle/>
          <a:p>
            <a:pPr algn="ctr">
              <a:lnSpc>
                <a:spcPts val="5519"/>
              </a:lnSpc>
              <a:spcBef>
                <a:spcPct val="0"/>
              </a:spcBef>
            </a:pPr>
            <a:r>
              <a:rPr lang="en-US" sz="4599" b="1">
                <a:solidFill>
                  <a:srgbClr val="000000"/>
                </a:solidFill>
                <a:latin typeface="Calibri (MS) Bold"/>
                <a:ea typeface="Calibri (MS) Bold"/>
                <a:cs typeface="Calibri (MS) Bold"/>
                <a:sym typeface="Calibri (MS) Bold"/>
              </a:rPr>
              <a:t>TECHNICAL APPROACH</a:t>
            </a:r>
          </a:p>
        </p:txBody>
      </p:sp>
      <p:sp>
        <p:nvSpPr>
          <p:cNvPr id="18" name="TextBox 18"/>
          <p:cNvSpPr txBox="1"/>
          <p:nvPr/>
        </p:nvSpPr>
        <p:spPr>
          <a:xfrm>
            <a:off x="1036871" y="2138628"/>
            <a:ext cx="6298677" cy="3077766"/>
          </a:xfrm>
          <a:prstGeom prst="rect">
            <a:avLst/>
          </a:prstGeom>
        </p:spPr>
        <p:txBody>
          <a:bodyPr wrap="square" lIns="0" tIns="0" rIns="0" bIns="0" rtlCol="0" anchor="t">
            <a:spAutoFit/>
          </a:bodyPr>
          <a:lstStyle/>
          <a:p>
            <a:pPr marL="342900" indent="-342900" algn="l">
              <a:lnSpc>
                <a:spcPts val="2406"/>
              </a:lnSpc>
              <a:spcBef>
                <a:spcPct val="0"/>
              </a:spcBef>
              <a:buFont typeface="Arial"/>
              <a:buChar char="•"/>
            </a:pPr>
            <a:r>
              <a:rPr lang="en-US" sz="2400" b="1">
                <a:solidFill>
                  <a:srgbClr val="1F497D"/>
                </a:solidFill>
                <a:latin typeface="Calibri (MS) Bold"/>
                <a:ea typeface="Calibri (MS) Bold"/>
                <a:cs typeface="Calibri (MS) Bold"/>
                <a:sym typeface="Calibri (MS) Bold"/>
              </a:rPr>
              <a:t> User &amp; Service Data</a:t>
            </a:r>
            <a:endParaRPr lang="en-US" sz="2400">
              <a:ea typeface="Calibri"/>
              <a:cs typeface="Calibri"/>
            </a:endParaRPr>
          </a:p>
          <a:p>
            <a:pPr>
              <a:lnSpc>
                <a:spcPts val="2406"/>
              </a:lnSpc>
              <a:spcBef>
                <a:spcPct val="0"/>
              </a:spcBef>
            </a:pPr>
            <a:r>
              <a:rPr lang="en-US" sz="2000">
                <a:solidFill>
                  <a:srgbClr val="000000"/>
                </a:solidFill>
                <a:latin typeface="Calibri (MS)"/>
                <a:cs typeface="Calibri (MS)"/>
                <a:sym typeface="Calibri (MS) Bold"/>
              </a:rPr>
              <a:t>       Collect profiles, skills, location &amp; availability.</a:t>
            </a:r>
            <a:endParaRPr lang="en-US">
              <a:ea typeface="Calibri"/>
              <a:cs typeface="Calibri"/>
            </a:endParaRPr>
          </a:p>
          <a:p>
            <a:pPr marL="342900" indent="-342900" algn="l">
              <a:lnSpc>
                <a:spcPts val="2406"/>
              </a:lnSpc>
              <a:spcBef>
                <a:spcPct val="0"/>
              </a:spcBef>
              <a:buFont typeface="Arial"/>
              <a:buChar char="•"/>
            </a:pPr>
            <a:r>
              <a:rPr lang="en-US" sz="2400" b="1">
                <a:solidFill>
                  <a:srgbClr val="1F497D"/>
                </a:solidFill>
                <a:latin typeface="Calibri (MS) Bold"/>
                <a:ea typeface="Calibri (MS) Bold"/>
                <a:cs typeface="Calibri (MS) Bold"/>
                <a:sym typeface="Calibri (MS) Bold"/>
              </a:rPr>
              <a:t> Smart Matching</a:t>
            </a:r>
            <a:endParaRPr lang="en-US" sz="2400" b="1">
              <a:solidFill>
                <a:srgbClr val="1F497D"/>
              </a:solidFill>
              <a:latin typeface="Calibri (MS) Bold"/>
              <a:ea typeface="Calibri (MS) Bold"/>
              <a:cs typeface="Calibri (MS) Bold"/>
            </a:endParaRPr>
          </a:p>
          <a:p>
            <a:pPr>
              <a:lnSpc>
                <a:spcPts val="2406"/>
              </a:lnSpc>
              <a:spcBef>
                <a:spcPct val="0"/>
              </a:spcBef>
            </a:pPr>
            <a:r>
              <a:rPr lang="en-US" sz="2000">
                <a:solidFill>
                  <a:srgbClr val="000000"/>
                </a:solidFill>
                <a:latin typeface="Calibri (MS)"/>
                <a:cs typeface="Calibri (MS)"/>
                <a:sym typeface="Calibri (MS) Bold"/>
              </a:rPr>
              <a:t>      Match requests using skills, location &amp;      availability.</a:t>
            </a:r>
            <a:endParaRPr lang="en-US">
              <a:ea typeface="Calibri"/>
              <a:cs typeface="Calibri"/>
            </a:endParaRPr>
          </a:p>
          <a:p>
            <a:pPr marL="342900" indent="-342900" algn="l">
              <a:lnSpc>
                <a:spcPts val="2406"/>
              </a:lnSpc>
              <a:spcBef>
                <a:spcPct val="0"/>
              </a:spcBef>
              <a:buFont typeface="Arial"/>
              <a:buChar char="•"/>
            </a:pPr>
            <a:r>
              <a:rPr lang="en-US" sz="2400" b="1">
                <a:solidFill>
                  <a:srgbClr val="1F497D"/>
                </a:solidFill>
                <a:latin typeface="Calibri (MS) Bold"/>
                <a:ea typeface="Calibri (MS) Bold"/>
                <a:cs typeface="Calibri (MS) Bold"/>
                <a:sym typeface="Calibri (MS) Bold"/>
              </a:rPr>
              <a:t>Provider Verification</a:t>
            </a:r>
            <a:endParaRPr lang="en-US" sz="2400" b="1">
              <a:solidFill>
                <a:srgbClr val="1F497D"/>
              </a:solidFill>
              <a:latin typeface="Calibri (MS) Bold"/>
              <a:ea typeface="Calibri (MS) Bold"/>
              <a:cs typeface="Calibri (MS) Bold"/>
            </a:endParaRPr>
          </a:p>
          <a:p>
            <a:pPr>
              <a:lnSpc>
                <a:spcPts val="2406"/>
              </a:lnSpc>
              <a:spcBef>
                <a:spcPct val="0"/>
              </a:spcBef>
            </a:pPr>
            <a:r>
              <a:rPr lang="en-US" sz="2000">
                <a:solidFill>
                  <a:srgbClr val="000000"/>
                </a:solidFill>
                <a:latin typeface="Calibri (MS)"/>
                <a:cs typeface="Calibri (MS)"/>
                <a:sym typeface="Calibri (MS) Bold"/>
              </a:rPr>
              <a:t>      Verify identity, skills &amp; service history.</a:t>
            </a:r>
            <a:endParaRPr lang="en-US">
              <a:ea typeface="Calibri"/>
              <a:cs typeface="Calibri"/>
            </a:endParaRPr>
          </a:p>
          <a:p>
            <a:pPr marL="342900" indent="-342900" algn="l">
              <a:lnSpc>
                <a:spcPts val="2406"/>
              </a:lnSpc>
              <a:spcBef>
                <a:spcPct val="0"/>
              </a:spcBef>
              <a:buFont typeface="Arial"/>
              <a:buChar char="•"/>
            </a:pPr>
            <a:r>
              <a:rPr lang="en-US" sz="2400" b="1">
                <a:solidFill>
                  <a:srgbClr val="1F497D"/>
                </a:solidFill>
                <a:latin typeface="Calibri (MS) Bold"/>
                <a:ea typeface="Calibri (MS) Bold"/>
                <a:cs typeface="Calibri (MS) Bold"/>
                <a:sym typeface="Calibri (MS) Bold"/>
              </a:rPr>
              <a:t>Booking &amp; Coordination</a:t>
            </a:r>
            <a:endParaRPr lang="en-US" sz="2400" b="1">
              <a:solidFill>
                <a:srgbClr val="1F497D"/>
              </a:solidFill>
              <a:latin typeface="Calibri (MS) Bold"/>
              <a:ea typeface="Calibri (MS) Bold"/>
              <a:cs typeface="Calibri (MS) Bold"/>
            </a:endParaRPr>
          </a:p>
          <a:p>
            <a:pPr>
              <a:lnSpc>
                <a:spcPts val="2406"/>
              </a:lnSpc>
              <a:spcBef>
                <a:spcPct val="0"/>
              </a:spcBef>
            </a:pPr>
            <a:r>
              <a:rPr lang="en-US" sz="2000">
                <a:solidFill>
                  <a:srgbClr val="000000"/>
                </a:solidFill>
                <a:latin typeface="Calibri (MS)"/>
                <a:cs typeface="Calibri (MS)"/>
                <a:sym typeface="Calibri (MS) Bold"/>
              </a:rPr>
              <a:t>     Manage requests, schedules &amp; notifications.</a:t>
            </a:r>
            <a:endParaRPr lang="en-US">
              <a:ea typeface="Calibri"/>
              <a:cs typeface="Calibri"/>
            </a:endParaRPr>
          </a:p>
          <a:p>
            <a:pPr marL="342900" indent="-342900" algn="l">
              <a:lnSpc>
                <a:spcPts val="2406"/>
              </a:lnSpc>
              <a:spcBef>
                <a:spcPct val="0"/>
              </a:spcBef>
              <a:buFont typeface="Arial"/>
              <a:buChar char="•"/>
            </a:pPr>
            <a:r>
              <a:rPr lang="en-US" sz="2400" b="1">
                <a:solidFill>
                  <a:srgbClr val="1F497D"/>
                </a:solidFill>
                <a:latin typeface="Calibri (MS) Bold"/>
                <a:ea typeface="Calibri (MS) Bold"/>
                <a:cs typeface="Calibri (MS) Bold"/>
                <a:sym typeface="Calibri (MS) Bold"/>
              </a:rPr>
              <a:t>Secure Transactions</a:t>
            </a:r>
            <a:endParaRPr lang="en-US" sz="2400" b="1">
              <a:solidFill>
                <a:srgbClr val="1F497D"/>
              </a:solidFill>
              <a:latin typeface="Calibri (MS) Bold"/>
              <a:ea typeface="Calibri (MS) Bold"/>
              <a:cs typeface="Calibri (MS) Bold"/>
            </a:endParaRPr>
          </a:p>
          <a:p>
            <a:pPr>
              <a:lnSpc>
                <a:spcPts val="2406"/>
              </a:lnSpc>
              <a:spcBef>
                <a:spcPct val="0"/>
              </a:spcBef>
            </a:pPr>
            <a:r>
              <a:rPr lang="en-US" sz="2000">
                <a:solidFill>
                  <a:srgbClr val="000000"/>
                </a:solidFill>
                <a:latin typeface="Calibri (MS)"/>
                <a:cs typeface="Calibri (MS)"/>
                <a:sym typeface="Calibri (MS) Bold"/>
              </a:rPr>
              <a:t>      Enable digital payments &amp; transparent records.</a:t>
            </a:r>
            <a:endParaRPr lang="en-US">
              <a:ea typeface="Calibri"/>
              <a:cs typeface="Calibri"/>
            </a:endParaRPr>
          </a:p>
        </p:txBody>
      </p:sp>
      <p:sp>
        <p:nvSpPr>
          <p:cNvPr id="19" name="TextBox 19"/>
          <p:cNvSpPr txBox="1"/>
          <p:nvPr/>
        </p:nvSpPr>
        <p:spPr>
          <a:xfrm>
            <a:off x="2591623" y="5855831"/>
            <a:ext cx="2640634" cy="372346"/>
          </a:xfrm>
          <a:prstGeom prst="rect">
            <a:avLst/>
          </a:prstGeom>
        </p:spPr>
        <p:txBody>
          <a:bodyPr wrap="square" lIns="0" tIns="0" rIns="0" bIns="0" rtlCol="0" anchor="t">
            <a:spAutoFit/>
          </a:bodyPr>
          <a:lstStyle/>
          <a:p>
            <a:pPr algn="ctr">
              <a:lnSpc>
                <a:spcPts val="2969"/>
              </a:lnSpc>
              <a:spcBef>
                <a:spcPct val="0"/>
              </a:spcBef>
            </a:pPr>
            <a:r>
              <a:rPr lang="en-US" sz="2474" b="1">
                <a:latin typeface="Calibri (MS) Bold"/>
                <a:ea typeface="Calibri (MS) Bold"/>
                <a:cs typeface="Calibri (MS) Bold"/>
                <a:sym typeface="Calibri (MS) Bold"/>
              </a:rPr>
              <a:t>Technology Stack</a:t>
            </a:r>
          </a:p>
        </p:txBody>
      </p:sp>
      <p:sp>
        <p:nvSpPr>
          <p:cNvPr id="21" name="TextBox 21"/>
          <p:cNvSpPr txBox="1"/>
          <p:nvPr/>
        </p:nvSpPr>
        <p:spPr>
          <a:xfrm>
            <a:off x="10423718" y="7289827"/>
            <a:ext cx="4847729" cy="757067"/>
          </a:xfrm>
          <a:prstGeom prst="rect">
            <a:avLst/>
          </a:prstGeom>
        </p:spPr>
        <p:txBody>
          <a:bodyPr wrap="square" lIns="0" tIns="0" rIns="0" bIns="0" rtlCol="0" anchor="t">
            <a:spAutoFit/>
          </a:bodyPr>
          <a:lstStyle/>
          <a:p>
            <a:pPr algn="ctr">
              <a:lnSpc>
                <a:spcPts val="2969"/>
              </a:lnSpc>
              <a:spcBef>
                <a:spcPct val="0"/>
              </a:spcBef>
            </a:pPr>
            <a:r>
              <a:rPr lang="en-US" sz="2474" b="1">
                <a:solidFill>
                  <a:srgbClr val="2564EC"/>
                </a:solidFill>
                <a:latin typeface="Calibri (MS) Bold"/>
                <a:ea typeface="Calibri (MS) Bold"/>
                <a:cs typeface="Calibri (MS) Bold"/>
                <a:sym typeface="Calibri (MS) Bold"/>
              </a:rPr>
              <a:t>🎬 SERVIO — DEMO WALKTHROUGH</a:t>
            </a:r>
          </a:p>
        </p:txBody>
      </p:sp>
      <p:grpSp>
        <p:nvGrpSpPr>
          <p:cNvPr id="22" name="Group 22"/>
          <p:cNvGrpSpPr/>
          <p:nvPr/>
        </p:nvGrpSpPr>
        <p:grpSpPr>
          <a:xfrm>
            <a:off x="0" y="9532144"/>
            <a:ext cx="18288000" cy="754856"/>
            <a:chOff x="0" y="0"/>
            <a:chExt cx="24384000" cy="1006475"/>
          </a:xfrm>
        </p:grpSpPr>
        <p:sp>
          <p:nvSpPr>
            <p:cNvPr id="23" name="Freeform 23"/>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24" name="Group 24"/>
          <p:cNvGrpSpPr/>
          <p:nvPr/>
        </p:nvGrpSpPr>
        <p:grpSpPr>
          <a:xfrm>
            <a:off x="6972300" y="9534525"/>
            <a:ext cx="4806001" cy="547688"/>
            <a:chOff x="0" y="0"/>
            <a:chExt cx="6408001" cy="730250"/>
          </a:xfrm>
        </p:grpSpPr>
        <p:sp>
          <p:nvSpPr>
            <p:cNvPr id="25" name="Freeform 25"/>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6">
                <a:alphaModFix amt="0"/>
              </a:blip>
              <a:stretch>
                <a:fillRect t="-120982" b="-120982"/>
              </a:stretch>
            </a:blipFill>
          </p:spPr>
        </p:sp>
        <p:sp>
          <p:nvSpPr>
            <p:cNvPr id="26" name="TextBox 26"/>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sp>
        <p:nvSpPr>
          <p:cNvPr id="27" name="TextBox 27"/>
          <p:cNvSpPr txBox="1"/>
          <p:nvPr/>
        </p:nvSpPr>
        <p:spPr>
          <a:xfrm>
            <a:off x="8930704" y="8541543"/>
            <a:ext cx="2686189" cy="323850"/>
          </a:xfrm>
          <a:prstGeom prst="rect">
            <a:avLst/>
          </a:prstGeom>
        </p:spPr>
        <p:txBody>
          <a:bodyPr lIns="0" tIns="0" rIns="0" bIns="0" rtlCol="0" anchor="t">
            <a:spAutoFit/>
          </a:bodyPr>
          <a:lstStyle/>
          <a:p>
            <a:pPr algn="ctr">
              <a:lnSpc>
                <a:spcPts val="2250"/>
              </a:lnSpc>
              <a:spcBef>
                <a:spcPct val="0"/>
              </a:spcBef>
            </a:pPr>
            <a:r>
              <a:rPr lang="en-US" sz="1875" b="1" u="sng">
                <a:solidFill>
                  <a:srgbClr val="000000"/>
                </a:solidFill>
                <a:latin typeface="Calibri (MS) Bold"/>
                <a:ea typeface="Calibri (MS) Bold"/>
                <a:cs typeface="Calibri (MS) Bold"/>
                <a:sym typeface="Calibri (MS) Bold"/>
                <a:hlinkClick r:id="rId7" tooltip="https://drive.google.com/file/d/1KH2h3UMvBUw73Gvl3N9yrJZ0VsnptFD0/view?usp=drivesdk"/>
              </a:rPr>
              <a:t>▶ WATCH DEMO</a:t>
            </a:r>
          </a:p>
        </p:txBody>
      </p:sp>
      <p:sp>
        <p:nvSpPr>
          <p:cNvPr id="29" name="Freeform 19">
            <a:extLst>
              <a:ext uri="{FF2B5EF4-FFF2-40B4-BE49-F238E27FC236}">
                <a16:creationId xmlns:a16="http://schemas.microsoft.com/office/drawing/2014/main" id="{E87410B5-A0D5-1FE9-A00D-D9828061EC46}"/>
              </a:ext>
            </a:extLst>
          </p:cNvPr>
          <p:cNvSpPr/>
          <p:nvPr/>
        </p:nvSpPr>
        <p:spPr>
          <a:xfrm>
            <a:off x="1895421" y="1333500"/>
            <a:ext cx="4581579" cy="422184"/>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138E45"/>
          </a:solidFill>
        </p:spPr>
      </p:sp>
      <p:sp>
        <p:nvSpPr>
          <p:cNvPr id="17" name="TextBox 17"/>
          <p:cNvSpPr txBox="1"/>
          <p:nvPr/>
        </p:nvSpPr>
        <p:spPr>
          <a:xfrm>
            <a:off x="1903182" y="1326131"/>
            <a:ext cx="4336392" cy="385298"/>
          </a:xfrm>
          <a:prstGeom prst="rect">
            <a:avLst/>
          </a:prstGeom>
        </p:spPr>
        <p:txBody>
          <a:bodyPr wrap="square" lIns="0" tIns="0" rIns="0" bIns="0" rtlCol="0" anchor="t">
            <a:spAutoFit/>
          </a:bodyPr>
          <a:lstStyle/>
          <a:p>
            <a:pPr algn="ctr">
              <a:lnSpc>
                <a:spcPts val="3089"/>
              </a:lnSpc>
              <a:spcBef>
                <a:spcPct val="0"/>
              </a:spcBef>
            </a:pPr>
            <a:r>
              <a:rPr lang="en-US" sz="2574" b="1">
                <a:latin typeface="Calibri (MS) Bold"/>
                <a:ea typeface="Calibri (MS) Bold"/>
                <a:cs typeface="Calibri (MS) Bold"/>
                <a:sym typeface="Calibri (MS) Bold"/>
              </a:rPr>
              <a:t>Methodology and Process</a:t>
            </a:r>
          </a:p>
        </p:txBody>
      </p:sp>
      <p:sp>
        <p:nvSpPr>
          <p:cNvPr id="31" name="Freeform 19">
            <a:extLst>
              <a:ext uri="{FF2B5EF4-FFF2-40B4-BE49-F238E27FC236}">
                <a16:creationId xmlns:a16="http://schemas.microsoft.com/office/drawing/2014/main" id="{C738BF05-C5D8-0116-3444-2DA614138099}"/>
              </a:ext>
            </a:extLst>
          </p:cNvPr>
          <p:cNvSpPr/>
          <p:nvPr/>
        </p:nvSpPr>
        <p:spPr>
          <a:xfrm>
            <a:off x="10416774" y="1444000"/>
            <a:ext cx="4747026" cy="499100"/>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138E45"/>
          </a:solidFill>
        </p:spPr>
      </p:sp>
      <p:sp>
        <p:nvSpPr>
          <p:cNvPr id="20" name="TextBox 20"/>
          <p:cNvSpPr txBox="1"/>
          <p:nvPr/>
        </p:nvSpPr>
        <p:spPr>
          <a:xfrm>
            <a:off x="11091861" y="1519736"/>
            <a:ext cx="3047751" cy="423193"/>
          </a:xfrm>
          <a:prstGeom prst="rect">
            <a:avLst/>
          </a:prstGeom>
        </p:spPr>
        <p:txBody>
          <a:bodyPr wrap="square" lIns="0" tIns="0" rIns="0" bIns="0" rtlCol="0" anchor="t">
            <a:spAutoFit/>
          </a:bodyPr>
          <a:lstStyle/>
          <a:p>
            <a:pPr algn="ctr">
              <a:lnSpc>
                <a:spcPts val="3329"/>
              </a:lnSpc>
              <a:spcBef>
                <a:spcPct val="0"/>
              </a:spcBef>
            </a:pPr>
            <a:r>
              <a:rPr lang="en-US" sz="2774" b="1">
                <a:latin typeface="Calibri (MS) Bold"/>
                <a:ea typeface="Calibri (MS) Bold"/>
                <a:cs typeface="Calibri (MS) Bold"/>
                <a:sym typeface="Calibri (MS) Bold"/>
              </a:rPr>
              <a:t>SYSTEM FLOW</a:t>
            </a:r>
          </a:p>
        </p:txBody>
      </p:sp>
      <p:sp>
        <p:nvSpPr>
          <p:cNvPr id="28" name="Freeform 15">
            <a:extLst>
              <a:ext uri="{FF2B5EF4-FFF2-40B4-BE49-F238E27FC236}">
                <a16:creationId xmlns:a16="http://schemas.microsoft.com/office/drawing/2014/main" id="{EF9BB211-30C3-EFEF-DEE6-DBDF3C440C08}"/>
              </a:ext>
            </a:extLst>
          </p:cNvPr>
          <p:cNvSpPr/>
          <p:nvPr/>
        </p:nvSpPr>
        <p:spPr>
          <a:xfrm flipV="1">
            <a:off x="14197885" y="7696028"/>
            <a:ext cx="2841515" cy="1844585"/>
          </a:xfrm>
          <a:custGeom>
            <a:avLst/>
            <a:gdLst/>
            <a:ahLst/>
            <a:cxnLst/>
            <a:rect l="l" t="t" r="r" b="b"/>
            <a:pathLst>
              <a:path w="2253207" h="1870162">
                <a:moveTo>
                  <a:pt x="0" y="0"/>
                </a:moveTo>
                <a:lnTo>
                  <a:pt x="2253207" y="0"/>
                </a:lnTo>
                <a:lnTo>
                  <a:pt x="2253207" y="1870162"/>
                </a:lnTo>
                <a:lnTo>
                  <a:pt x="0" y="187016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2" name="TextBox 31">
            <a:extLst>
              <a:ext uri="{FF2B5EF4-FFF2-40B4-BE49-F238E27FC236}">
                <a16:creationId xmlns:a16="http://schemas.microsoft.com/office/drawing/2014/main" id="{5516E2BA-C9BD-F708-8127-54DEE72E665A}"/>
              </a:ext>
            </a:extLst>
          </p:cNvPr>
          <p:cNvSpPr txBox="1"/>
          <p:nvPr/>
        </p:nvSpPr>
        <p:spPr>
          <a:xfrm>
            <a:off x="14688691" y="8544575"/>
            <a:ext cx="166743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ea typeface="Calibri"/>
                <a:cs typeface="Calibri"/>
                <a:hlinkClick r:id="rId8"/>
              </a:rPr>
              <a:t>Prototype</a:t>
            </a:r>
            <a:endParaRPr lang="en-US" sz="2800" b="1">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reeform 19">
            <a:extLst>
              <a:ext uri="{FF2B5EF4-FFF2-40B4-BE49-F238E27FC236}">
                <a16:creationId xmlns:a16="http://schemas.microsoft.com/office/drawing/2014/main" id="{CC792EC4-F413-0C71-ADF7-4100DB356134}"/>
              </a:ext>
            </a:extLst>
          </p:cNvPr>
          <p:cNvSpPr/>
          <p:nvPr/>
        </p:nvSpPr>
        <p:spPr>
          <a:xfrm>
            <a:off x="12195259" y="2019300"/>
            <a:ext cx="4721141" cy="448271"/>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00B050"/>
          </a:solidFill>
        </p:spPr>
      </p:sp>
      <p:sp>
        <p:nvSpPr>
          <p:cNvPr id="39" name="Freeform 19">
            <a:extLst>
              <a:ext uri="{FF2B5EF4-FFF2-40B4-BE49-F238E27FC236}">
                <a16:creationId xmlns:a16="http://schemas.microsoft.com/office/drawing/2014/main" id="{559B6FBB-7F05-5678-2226-0A68BECE3A0B}"/>
              </a:ext>
            </a:extLst>
          </p:cNvPr>
          <p:cNvSpPr/>
          <p:nvPr/>
        </p:nvSpPr>
        <p:spPr>
          <a:xfrm>
            <a:off x="6467421" y="2023502"/>
            <a:ext cx="4581579" cy="422184"/>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00B050"/>
          </a:solidFill>
        </p:spPr>
        <p:txBody>
          <a:bodyPr/>
          <a:lstStyle/>
          <a:p>
            <a:endParaRPr lang="en-IN"/>
          </a:p>
        </p:txBody>
      </p:sp>
      <p:sp>
        <p:nvSpPr>
          <p:cNvPr id="37" name="Freeform 19">
            <a:extLst>
              <a:ext uri="{FF2B5EF4-FFF2-40B4-BE49-F238E27FC236}">
                <a16:creationId xmlns:a16="http://schemas.microsoft.com/office/drawing/2014/main" id="{86657BEC-6C94-9D56-B1AB-F7293ACA6759}"/>
              </a:ext>
            </a:extLst>
          </p:cNvPr>
          <p:cNvSpPr/>
          <p:nvPr/>
        </p:nvSpPr>
        <p:spPr>
          <a:xfrm>
            <a:off x="689039" y="2019300"/>
            <a:ext cx="4581579" cy="422184"/>
          </a:xfrm>
          <a:custGeom>
            <a:avLst/>
            <a:gdLst/>
            <a:ahLst/>
            <a:cxnLst/>
            <a:rect l="l" t="t" r="r" b="b"/>
            <a:pathLst>
              <a:path w="2080988" h="125895">
                <a:moveTo>
                  <a:pt x="49972" y="0"/>
                </a:moveTo>
                <a:lnTo>
                  <a:pt x="2031016" y="0"/>
                </a:lnTo>
                <a:cubicBezTo>
                  <a:pt x="2044269" y="0"/>
                  <a:pt x="2056980" y="5265"/>
                  <a:pt x="2066351" y="14636"/>
                </a:cubicBezTo>
                <a:cubicBezTo>
                  <a:pt x="2075723" y="24008"/>
                  <a:pt x="2080988" y="36718"/>
                  <a:pt x="2080988" y="49972"/>
                </a:cubicBezTo>
                <a:lnTo>
                  <a:pt x="2080988" y="75924"/>
                </a:lnTo>
                <a:cubicBezTo>
                  <a:pt x="2080988" y="89177"/>
                  <a:pt x="2075723" y="101887"/>
                  <a:pt x="2066351" y="111259"/>
                </a:cubicBezTo>
                <a:cubicBezTo>
                  <a:pt x="2056980" y="120630"/>
                  <a:pt x="2044269" y="125895"/>
                  <a:pt x="2031016" y="125895"/>
                </a:cubicBezTo>
                <a:lnTo>
                  <a:pt x="49972" y="125895"/>
                </a:lnTo>
                <a:cubicBezTo>
                  <a:pt x="36718" y="125895"/>
                  <a:pt x="24008" y="120630"/>
                  <a:pt x="14636" y="111259"/>
                </a:cubicBezTo>
                <a:cubicBezTo>
                  <a:pt x="5265" y="101887"/>
                  <a:pt x="0" y="89177"/>
                  <a:pt x="0" y="75924"/>
                </a:cubicBezTo>
                <a:lnTo>
                  <a:pt x="0" y="49972"/>
                </a:lnTo>
                <a:cubicBezTo>
                  <a:pt x="0" y="36718"/>
                  <a:pt x="5265" y="24008"/>
                  <a:pt x="14636" y="14636"/>
                </a:cubicBezTo>
                <a:cubicBezTo>
                  <a:pt x="24008" y="5265"/>
                  <a:pt x="36718" y="0"/>
                  <a:pt x="49972" y="0"/>
                </a:cubicBezTo>
                <a:close/>
              </a:path>
            </a:pathLst>
          </a:custGeom>
          <a:solidFill>
            <a:srgbClr val="138E45"/>
          </a:solidFill>
        </p:spPr>
      </p:sp>
      <p:grpSp>
        <p:nvGrpSpPr>
          <p:cNvPr id="6" name="Group 6"/>
          <p:cNvGrpSpPr/>
          <p:nvPr/>
        </p:nvGrpSpPr>
        <p:grpSpPr>
          <a:xfrm>
            <a:off x="914400" y="-100013"/>
            <a:ext cx="16459200" cy="1743075"/>
            <a:chOff x="0" y="-38100"/>
            <a:chExt cx="21945600" cy="2324100"/>
          </a:xfrm>
        </p:grpSpPr>
        <p:sp>
          <p:nvSpPr>
            <p:cNvPr id="7" name="Freeform 7"/>
            <p:cNvSpPr/>
            <p:nvPr/>
          </p:nvSpPr>
          <p:spPr>
            <a:xfrm>
              <a:off x="0" y="0"/>
              <a:ext cx="21945600" cy="2286000"/>
            </a:xfrm>
            <a:custGeom>
              <a:avLst/>
              <a:gdLst/>
              <a:ahLst/>
              <a:cxnLst/>
              <a:rect l="l" t="t" r="r" b="b"/>
              <a:pathLst>
                <a:path w="21945600" h="2286000">
                  <a:moveTo>
                    <a:pt x="0" y="0"/>
                  </a:moveTo>
                  <a:lnTo>
                    <a:pt x="21945600" y="0"/>
                  </a:lnTo>
                  <a:lnTo>
                    <a:pt x="21945600" y="2286000"/>
                  </a:lnTo>
                  <a:lnTo>
                    <a:pt x="0" y="2286000"/>
                  </a:lnTo>
                  <a:close/>
                </a:path>
              </a:pathLst>
            </a:custGeom>
            <a:blipFill>
              <a:blip r:embed="rId3">
                <a:alphaModFix amt="0"/>
              </a:blip>
              <a:stretch>
                <a:fillRect t="-137056" b="-137056"/>
              </a:stretch>
            </a:blipFill>
          </p:spPr>
        </p:sp>
        <p:sp>
          <p:nvSpPr>
            <p:cNvPr id="8" name="TextBox 8"/>
            <p:cNvSpPr txBox="1"/>
            <p:nvPr/>
          </p:nvSpPr>
          <p:spPr>
            <a:xfrm>
              <a:off x="0" y="-38100"/>
              <a:ext cx="21945600" cy="2324100"/>
            </a:xfrm>
            <a:prstGeom prst="rect">
              <a:avLst/>
            </a:prstGeom>
          </p:spPr>
          <p:txBody>
            <a:bodyPr lIns="0" tIns="0" rIns="0" bIns="0" rtlCol="0" anchor="ctr"/>
            <a:lstStyle/>
            <a:p>
              <a:pPr algn="ctr">
                <a:lnSpc>
                  <a:spcPts val="6000"/>
                </a:lnSpc>
              </a:pPr>
              <a:r>
                <a:rPr lang="en-US" sz="5000" b="1">
                  <a:solidFill>
                    <a:srgbClr val="000000"/>
                  </a:solidFill>
                  <a:latin typeface="Times New Roman Bold"/>
                  <a:ea typeface="Times New Roman Bold"/>
                  <a:cs typeface="Times New Roman Bold"/>
                  <a:sym typeface="Times New Roman Bold"/>
                </a:rPr>
                <a:t>FEASIBILITY AND </a:t>
              </a:r>
              <a:r>
                <a:rPr lang="en-US" sz="5000" b="1">
                  <a:latin typeface="Times New Roman Bold"/>
                  <a:ea typeface="Times New Roman Bold"/>
                  <a:cs typeface="Times New Roman Bold"/>
                  <a:sym typeface="Times New Roman Bold"/>
                </a:rPr>
                <a:t>VIABILITY</a:t>
              </a:r>
            </a:p>
          </p:txBody>
        </p:sp>
      </p:grpSp>
      <p:grpSp>
        <p:nvGrpSpPr>
          <p:cNvPr id="9" name="Group 9"/>
          <p:cNvGrpSpPr/>
          <p:nvPr/>
        </p:nvGrpSpPr>
        <p:grpSpPr>
          <a:xfrm>
            <a:off x="5181600" y="9546432"/>
            <a:ext cx="6291900" cy="572051"/>
            <a:chOff x="-2387600" y="15876"/>
            <a:chExt cx="8389200" cy="762734"/>
          </a:xfrm>
        </p:grpSpPr>
        <p:sp>
          <p:nvSpPr>
            <p:cNvPr id="10" name="Freeform 10"/>
            <p:cNvSpPr/>
            <p:nvPr/>
          </p:nvSpPr>
          <p:spPr>
            <a:xfrm>
              <a:off x="-406400" y="15876"/>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sp>
        <p:sp>
          <p:nvSpPr>
            <p:cNvPr id="11" name="TextBox 11"/>
            <p:cNvSpPr txBox="1"/>
            <p:nvPr/>
          </p:nvSpPr>
          <p:spPr>
            <a:xfrm>
              <a:off x="-2387600" y="2931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2" name="Group 12"/>
          <p:cNvGrpSpPr/>
          <p:nvPr/>
        </p:nvGrpSpPr>
        <p:grpSpPr>
          <a:xfrm>
            <a:off x="121556" y="131586"/>
            <a:ext cx="1915888" cy="1291974"/>
            <a:chOff x="0" y="-57150"/>
            <a:chExt cx="2554516" cy="1722631"/>
          </a:xfrm>
        </p:grpSpPr>
        <p:sp>
          <p:nvSpPr>
            <p:cNvPr id="13" name="Freeform 13" descr="Your startup LOGO"/>
            <p:cNvSpPr/>
            <p:nvPr/>
          </p:nvSpPr>
          <p:spPr>
            <a:xfrm>
              <a:off x="0" y="0"/>
              <a:ext cx="2554478" cy="166548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txBody>
            <a:bodyPr/>
            <a:lstStyle/>
            <a:p>
              <a:endParaRPr lang="en-IN"/>
            </a:p>
          </p:txBody>
        </p:sp>
        <p:sp>
          <p:nvSpPr>
            <p:cNvPr id="14" name="TextBox 14"/>
            <p:cNvSpPr txBox="1"/>
            <p:nvPr/>
          </p:nvSpPr>
          <p:spPr>
            <a:xfrm>
              <a:off x="0" y="-57150"/>
              <a:ext cx="2554516" cy="1722618"/>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TECH NOVA</a:t>
              </a:r>
            </a:p>
          </p:txBody>
        </p:sp>
      </p:grpSp>
      <p:grpSp>
        <p:nvGrpSpPr>
          <p:cNvPr id="15" name="Group 15"/>
          <p:cNvGrpSpPr/>
          <p:nvPr/>
        </p:nvGrpSpPr>
        <p:grpSpPr>
          <a:xfrm>
            <a:off x="14670129" y="2248"/>
            <a:ext cx="3374774" cy="1593504"/>
            <a:chOff x="0" y="0"/>
            <a:chExt cx="4499699" cy="2124672"/>
          </a:xfrm>
        </p:grpSpPr>
        <p:sp>
          <p:nvSpPr>
            <p:cNvPr id="16" name="Freeform 16"/>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4"/>
              <a:stretch>
                <a:fillRect b="1"/>
              </a:stretch>
            </a:blipFill>
          </p:spPr>
        </p:sp>
      </p:grpSp>
      <p:grpSp>
        <p:nvGrpSpPr>
          <p:cNvPr id="17" name="Group 17"/>
          <p:cNvGrpSpPr/>
          <p:nvPr/>
        </p:nvGrpSpPr>
        <p:grpSpPr>
          <a:xfrm>
            <a:off x="380999" y="2552700"/>
            <a:ext cx="5307531" cy="3210888"/>
            <a:chOff x="0" y="0"/>
            <a:chExt cx="1390591" cy="1839369"/>
          </a:xfrm>
        </p:grpSpPr>
        <p:sp>
          <p:nvSpPr>
            <p:cNvPr id="18" name="Freeform 18"/>
            <p:cNvSpPr/>
            <p:nvPr/>
          </p:nvSpPr>
          <p:spPr>
            <a:xfrm>
              <a:off x="0" y="0"/>
              <a:ext cx="1390591" cy="1839370"/>
            </a:xfrm>
            <a:custGeom>
              <a:avLst/>
              <a:gdLst/>
              <a:ahLst/>
              <a:cxnLst/>
              <a:rect l="l" t="t" r="r" b="b"/>
              <a:pathLst>
                <a:path w="1390591" h="1839370">
                  <a:moveTo>
                    <a:pt x="74781" y="0"/>
                  </a:moveTo>
                  <a:lnTo>
                    <a:pt x="1315810" y="0"/>
                  </a:lnTo>
                  <a:cubicBezTo>
                    <a:pt x="1357110" y="0"/>
                    <a:pt x="1390591" y="33481"/>
                    <a:pt x="1390591" y="74781"/>
                  </a:cubicBezTo>
                  <a:lnTo>
                    <a:pt x="1390591" y="1764588"/>
                  </a:lnTo>
                  <a:cubicBezTo>
                    <a:pt x="1390591" y="1805889"/>
                    <a:pt x="1357110" y="1839370"/>
                    <a:pt x="1315810" y="1839370"/>
                  </a:cubicBezTo>
                  <a:lnTo>
                    <a:pt x="74781" y="1839370"/>
                  </a:lnTo>
                  <a:cubicBezTo>
                    <a:pt x="54948" y="1839370"/>
                    <a:pt x="35927" y="1831491"/>
                    <a:pt x="21903" y="1817467"/>
                  </a:cubicBezTo>
                  <a:cubicBezTo>
                    <a:pt x="7879" y="1803442"/>
                    <a:pt x="0" y="1784422"/>
                    <a:pt x="0" y="1764588"/>
                  </a:cubicBezTo>
                  <a:lnTo>
                    <a:pt x="0" y="74781"/>
                  </a:lnTo>
                  <a:cubicBezTo>
                    <a:pt x="0" y="33481"/>
                    <a:pt x="33481" y="0"/>
                    <a:pt x="74781" y="0"/>
                  </a:cubicBezTo>
                  <a:close/>
                </a:path>
              </a:pathLst>
            </a:custGeom>
            <a:solidFill>
              <a:srgbClr val="C8D1D9"/>
            </a:solidFill>
          </p:spPr>
        </p:sp>
        <p:sp>
          <p:nvSpPr>
            <p:cNvPr id="19" name="TextBox 19"/>
            <p:cNvSpPr txBox="1"/>
            <p:nvPr/>
          </p:nvSpPr>
          <p:spPr>
            <a:xfrm>
              <a:off x="0" y="-19050"/>
              <a:ext cx="1390591" cy="1858419"/>
            </a:xfrm>
            <a:prstGeom prst="rect">
              <a:avLst/>
            </a:prstGeom>
          </p:spPr>
          <p:txBody>
            <a:bodyPr lIns="50800" tIns="50800" rIns="50800" bIns="50800" rtlCol="0" anchor="ctr"/>
            <a:lstStyle/>
            <a:p>
              <a:pPr algn="ctr">
                <a:lnSpc>
                  <a:spcPts val="2160"/>
                </a:lnSpc>
              </a:pPr>
              <a:endParaRPr/>
            </a:p>
          </p:txBody>
        </p:sp>
      </p:grpSp>
      <p:grpSp>
        <p:nvGrpSpPr>
          <p:cNvPr id="20" name="Group 20"/>
          <p:cNvGrpSpPr/>
          <p:nvPr/>
        </p:nvGrpSpPr>
        <p:grpSpPr>
          <a:xfrm>
            <a:off x="6165968" y="2552700"/>
            <a:ext cx="5307532" cy="3210888"/>
            <a:chOff x="0" y="0"/>
            <a:chExt cx="1390827" cy="1839369"/>
          </a:xfrm>
        </p:grpSpPr>
        <p:sp>
          <p:nvSpPr>
            <p:cNvPr id="21" name="Freeform 21"/>
            <p:cNvSpPr/>
            <p:nvPr/>
          </p:nvSpPr>
          <p:spPr>
            <a:xfrm>
              <a:off x="0" y="0"/>
              <a:ext cx="1390827" cy="1839370"/>
            </a:xfrm>
            <a:custGeom>
              <a:avLst/>
              <a:gdLst/>
              <a:ahLst/>
              <a:cxnLst/>
              <a:rect l="l" t="t" r="r" b="b"/>
              <a:pathLst>
                <a:path w="1390827" h="1839370">
                  <a:moveTo>
                    <a:pt x="74769" y="0"/>
                  </a:moveTo>
                  <a:lnTo>
                    <a:pt x="1316058" y="0"/>
                  </a:lnTo>
                  <a:cubicBezTo>
                    <a:pt x="1335888" y="0"/>
                    <a:pt x="1354906" y="7877"/>
                    <a:pt x="1368927" y="21899"/>
                  </a:cubicBezTo>
                  <a:cubicBezTo>
                    <a:pt x="1382949" y="35921"/>
                    <a:pt x="1390827" y="54939"/>
                    <a:pt x="1390827" y="74769"/>
                  </a:cubicBezTo>
                  <a:lnTo>
                    <a:pt x="1390827" y="1764601"/>
                  </a:lnTo>
                  <a:cubicBezTo>
                    <a:pt x="1390827" y="1805894"/>
                    <a:pt x="1357352" y="1839370"/>
                    <a:pt x="1316058" y="1839370"/>
                  </a:cubicBezTo>
                  <a:lnTo>
                    <a:pt x="74769" y="1839370"/>
                  </a:lnTo>
                  <a:cubicBezTo>
                    <a:pt x="33475" y="1839370"/>
                    <a:pt x="0" y="1805894"/>
                    <a:pt x="0" y="1764601"/>
                  </a:cubicBezTo>
                  <a:lnTo>
                    <a:pt x="0" y="74769"/>
                  </a:lnTo>
                  <a:cubicBezTo>
                    <a:pt x="0" y="33475"/>
                    <a:pt x="33475" y="0"/>
                    <a:pt x="74769" y="0"/>
                  </a:cubicBezTo>
                  <a:close/>
                </a:path>
              </a:pathLst>
            </a:custGeom>
            <a:solidFill>
              <a:srgbClr val="C8D1D9"/>
            </a:solidFill>
          </p:spPr>
        </p:sp>
        <p:sp>
          <p:nvSpPr>
            <p:cNvPr id="22" name="TextBox 22"/>
            <p:cNvSpPr txBox="1"/>
            <p:nvPr/>
          </p:nvSpPr>
          <p:spPr>
            <a:xfrm>
              <a:off x="0" y="-19050"/>
              <a:ext cx="1390827" cy="1858419"/>
            </a:xfrm>
            <a:prstGeom prst="rect">
              <a:avLst/>
            </a:prstGeom>
          </p:spPr>
          <p:txBody>
            <a:bodyPr lIns="50800" tIns="50800" rIns="50800" bIns="50800" rtlCol="0" anchor="ctr"/>
            <a:lstStyle/>
            <a:p>
              <a:pPr algn="ctr">
                <a:lnSpc>
                  <a:spcPts val="2160"/>
                </a:lnSpc>
              </a:pPr>
              <a:endParaRPr/>
            </a:p>
          </p:txBody>
        </p:sp>
      </p:grpSp>
      <p:grpSp>
        <p:nvGrpSpPr>
          <p:cNvPr id="23" name="Group 23"/>
          <p:cNvGrpSpPr/>
          <p:nvPr/>
        </p:nvGrpSpPr>
        <p:grpSpPr>
          <a:xfrm>
            <a:off x="11887200" y="2557886"/>
            <a:ext cx="5442900" cy="3210886"/>
            <a:chOff x="0" y="0"/>
            <a:chExt cx="1384187" cy="1839369"/>
          </a:xfrm>
        </p:grpSpPr>
        <p:sp>
          <p:nvSpPr>
            <p:cNvPr id="24" name="Freeform 24"/>
            <p:cNvSpPr/>
            <p:nvPr/>
          </p:nvSpPr>
          <p:spPr>
            <a:xfrm>
              <a:off x="0" y="0"/>
              <a:ext cx="1384187" cy="1839370"/>
            </a:xfrm>
            <a:custGeom>
              <a:avLst/>
              <a:gdLst/>
              <a:ahLst/>
              <a:cxnLst/>
              <a:rect l="l" t="t" r="r" b="b"/>
              <a:pathLst>
                <a:path w="1384187" h="1839370">
                  <a:moveTo>
                    <a:pt x="75127" y="0"/>
                  </a:moveTo>
                  <a:lnTo>
                    <a:pt x="1309060" y="0"/>
                  </a:lnTo>
                  <a:cubicBezTo>
                    <a:pt x="1350552" y="0"/>
                    <a:pt x="1384187" y="33636"/>
                    <a:pt x="1384187" y="75127"/>
                  </a:cubicBezTo>
                  <a:lnTo>
                    <a:pt x="1384187" y="1764242"/>
                  </a:lnTo>
                  <a:cubicBezTo>
                    <a:pt x="1384187" y="1784167"/>
                    <a:pt x="1376272" y="1803276"/>
                    <a:pt x="1362183" y="1817365"/>
                  </a:cubicBezTo>
                  <a:cubicBezTo>
                    <a:pt x="1348094" y="1831454"/>
                    <a:pt x="1328985" y="1839370"/>
                    <a:pt x="1309060" y="1839370"/>
                  </a:cubicBezTo>
                  <a:lnTo>
                    <a:pt x="75127" y="1839370"/>
                  </a:lnTo>
                  <a:cubicBezTo>
                    <a:pt x="55202" y="1839370"/>
                    <a:pt x="36093" y="1831454"/>
                    <a:pt x="22004" y="1817365"/>
                  </a:cubicBezTo>
                  <a:cubicBezTo>
                    <a:pt x="7915" y="1803276"/>
                    <a:pt x="0" y="1784167"/>
                    <a:pt x="0" y="1764242"/>
                  </a:cubicBezTo>
                  <a:lnTo>
                    <a:pt x="0" y="75127"/>
                  </a:lnTo>
                  <a:cubicBezTo>
                    <a:pt x="0" y="55202"/>
                    <a:pt x="7915" y="36093"/>
                    <a:pt x="22004" y="22004"/>
                  </a:cubicBezTo>
                  <a:cubicBezTo>
                    <a:pt x="36093" y="7915"/>
                    <a:pt x="55202" y="0"/>
                    <a:pt x="75127" y="0"/>
                  </a:cubicBezTo>
                  <a:close/>
                </a:path>
              </a:pathLst>
            </a:custGeom>
            <a:solidFill>
              <a:srgbClr val="C8D1D9"/>
            </a:solidFill>
          </p:spPr>
        </p:sp>
        <p:sp>
          <p:nvSpPr>
            <p:cNvPr id="25" name="TextBox 25"/>
            <p:cNvSpPr txBox="1"/>
            <p:nvPr/>
          </p:nvSpPr>
          <p:spPr>
            <a:xfrm>
              <a:off x="0" y="-19050"/>
              <a:ext cx="1384187" cy="1858419"/>
            </a:xfrm>
            <a:prstGeom prst="rect">
              <a:avLst/>
            </a:prstGeom>
          </p:spPr>
          <p:txBody>
            <a:bodyPr lIns="50800" tIns="50800" rIns="50800" bIns="50800" rtlCol="0" anchor="ctr"/>
            <a:lstStyle/>
            <a:p>
              <a:pPr algn="ctr">
                <a:lnSpc>
                  <a:spcPts val="2160"/>
                </a:lnSpc>
              </a:pPr>
              <a:endParaRPr/>
            </a:p>
          </p:txBody>
        </p:sp>
      </p:grpSp>
      <p:sp>
        <p:nvSpPr>
          <p:cNvPr id="27" name="TextBox 27"/>
          <p:cNvSpPr txBox="1"/>
          <p:nvPr/>
        </p:nvSpPr>
        <p:spPr>
          <a:xfrm>
            <a:off x="1028685" y="1984057"/>
            <a:ext cx="3865983" cy="492443"/>
          </a:xfrm>
          <a:prstGeom prst="rect">
            <a:avLst/>
          </a:prstGeom>
        </p:spPr>
        <p:txBody>
          <a:bodyPr wrap="square" lIns="0" tIns="0" rIns="0" bIns="0" rtlCol="0" anchor="t">
            <a:spAutoFit/>
          </a:bodyPr>
          <a:lstStyle/>
          <a:p>
            <a:pPr algn="ctr">
              <a:lnSpc>
                <a:spcPct val="100000"/>
              </a:lnSpc>
            </a:pPr>
            <a:r>
              <a:rPr lang="en-IN" sz="3200" b="1"/>
              <a:t>Technical Feasibility</a:t>
            </a:r>
            <a:endParaRPr lang="en-US" sz="3100" b="1">
              <a:solidFill>
                <a:srgbClr val="000000"/>
              </a:solidFill>
              <a:latin typeface="Canva Sans Bold"/>
              <a:ea typeface="Canva Sans Bold"/>
              <a:cs typeface="Canva Sans Bold"/>
              <a:sym typeface="Canva Sans Bold"/>
            </a:endParaRPr>
          </a:p>
        </p:txBody>
      </p:sp>
      <p:sp>
        <p:nvSpPr>
          <p:cNvPr id="28" name="TextBox 28"/>
          <p:cNvSpPr txBox="1"/>
          <p:nvPr/>
        </p:nvSpPr>
        <p:spPr>
          <a:xfrm>
            <a:off x="7026505" y="1950862"/>
            <a:ext cx="3336695" cy="492443"/>
          </a:xfrm>
          <a:prstGeom prst="rect">
            <a:avLst/>
          </a:prstGeom>
        </p:spPr>
        <p:txBody>
          <a:bodyPr wrap="square" lIns="0" tIns="0" rIns="0" bIns="0" rtlCol="0" anchor="t">
            <a:spAutoFit/>
          </a:bodyPr>
          <a:lstStyle/>
          <a:p>
            <a:pPr algn="ctr">
              <a:lnSpc>
                <a:spcPct val="100000"/>
              </a:lnSpc>
            </a:pPr>
            <a:r>
              <a:rPr lang="en-IN" sz="3200" b="1"/>
              <a:t>Financial Feasibility</a:t>
            </a:r>
            <a:r>
              <a:rPr lang="en-US" sz="3106" b="1">
                <a:solidFill>
                  <a:srgbClr val="000000"/>
                </a:solidFill>
                <a:latin typeface="Canva Sans Bold"/>
                <a:ea typeface="Canva Sans Bold"/>
                <a:cs typeface="Canva Sans Bold"/>
                <a:sym typeface="Canva Sans Bold"/>
              </a:rPr>
              <a:t> </a:t>
            </a:r>
          </a:p>
        </p:txBody>
      </p:sp>
      <p:sp>
        <p:nvSpPr>
          <p:cNvPr id="29" name="TextBox 29"/>
          <p:cNvSpPr txBox="1"/>
          <p:nvPr/>
        </p:nvSpPr>
        <p:spPr>
          <a:xfrm>
            <a:off x="12268200" y="1984057"/>
            <a:ext cx="4367332" cy="492443"/>
          </a:xfrm>
          <a:prstGeom prst="rect">
            <a:avLst/>
          </a:prstGeom>
        </p:spPr>
        <p:txBody>
          <a:bodyPr lIns="0" tIns="0" rIns="0" bIns="0" rtlCol="0" anchor="t">
            <a:spAutoFit/>
          </a:bodyPr>
          <a:lstStyle/>
          <a:p>
            <a:pPr algn="ctr">
              <a:lnSpc>
                <a:spcPct val="100000"/>
              </a:lnSpc>
            </a:pPr>
            <a:r>
              <a:rPr lang="en-IN" sz="3200" b="1"/>
              <a:t>Operational Feasibility</a:t>
            </a:r>
            <a:endParaRPr lang="en-US" sz="3170" b="1">
              <a:solidFill>
                <a:srgbClr val="000000"/>
              </a:solidFill>
              <a:latin typeface="Canva Sans Bold"/>
              <a:ea typeface="Canva Sans Bold"/>
              <a:cs typeface="Canva Sans Bold"/>
              <a:sym typeface="Canva Sans Bold"/>
            </a:endParaRPr>
          </a:p>
        </p:txBody>
      </p:sp>
      <p:sp>
        <p:nvSpPr>
          <p:cNvPr id="30" name="TextBox 30"/>
          <p:cNvSpPr txBox="1"/>
          <p:nvPr/>
        </p:nvSpPr>
        <p:spPr>
          <a:xfrm>
            <a:off x="843013" y="3072240"/>
            <a:ext cx="4556140" cy="1723549"/>
          </a:xfrm>
          <a:prstGeom prst="rect">
            <a:avLst/>
          </a:prstGeom>
        </p:spPr>
        <p:txBody>
          <a:bodyPr lIns="0" tIns="0" rIns="0" bIns="0" rtlCol="0" anchor="t">
            <a:spAutoFit/>
          </a:bodyPr>
          <a:lstStyle/>
          <a:p>
            <a:pPr marL="457200" lvl="0" indent="-457200">
              <a:buFont typeface="Wingdings" panose="05000000000000000000" pitchFamily="2" charset="2"/>
              <a:buChar char="Ø"/>
            </a:pPr>
            <a:r>
              <a:rPr lang="en-IN" sz="2800"/>
              <a:t>Cross-platform mobile app </a:t>
            </a:r>
          </a:p>
          <a:p>
            <a:pPr marL="457200" lvl="0" indent="-457200">
              <a:buFont typeface="Wingdings" panose="05000000000000000000" pitchFamily="2" charset="2"/>
              <a:buChar char="Ø"/>
            </a:pPr>
            <a:r>
              <a:rPr lang="en-IN" sz="2800"/>
              <a:t>Cloud scalable </a:t>
            </a:r>
          </a:p>
          <a:p>
            <a:pPr marL="457200" lvl="0" indent="-457200">
              <a:buFont typeface="Wingdings" panose="05000000000000000000" pitchFamily="2" charset="2"/>
              <a:buChar char="Ø"/>
            </a:pPr>
            <a:r>
              <a:rPr lang="en-IN" sz="2800"/>
              <a:t>Real-time notifications </a:t>
            </a:r>
          </a:p>
          <a:p>
            <a:pPr marL="457200" lvl="0" indent="-457200">
              <a:buFont typeface="Wingdings" panose="05000000000000000000" pitchFamily="2" charset="2"/>
              <a:buChar char="Ø"/>
            </a:pPr>
            <a:r>
              <a:rPr lang="en-IN" sz="2800"/>
              <a:t>Secure authentication</a:t>
            </a:r>
          </a:p>
        </p:txBody>
      </p:sp>
      <p:sp>
        <p:nvSpPr>
          <p:cNvPr id="31" name="TextBox 31"/>
          <p:cNvSpPr txBox="1"/>
          <p:nvPr/>
        </p:nvSpPr>
        <p:spPr>
          <a:xfrm>
            <a:off x="6858000" y="2988440"/>
            <a:ext cx="4267942" cy="2489977"/>
          </a:xfrm>
          <a:prstGeom prst="rect">
            <a:avLst/>
          </a:prstGeom>
        </p:spPr>
        <p:txBody>
          <a:bodyPr lIns="0" tIns="0" rIns="0" bIns="0" rtlCol="0" anchor="t">
            <a:spAutoFit/>
          </a:bodyPr>
          <a:lstStyle/>
          <a:p>
            <a:pPr marL="457200" lvl="0" indent="-457200">
              <a:buFont typeface="Wingdings" panose="05000000000000000000" pitchFamily="2" charset="2"/>
              <a:buChar char="Ø"/>
            </a:pPr>
            <a:r>
              <a:rPr lang="en-IN" sz="2800"/>
              <a:t>Low operational cost </a:t>
            </a:r>
          </a:p>
          <a:p>
            <a:pPr marL="457200" lvl="0" indent="-457200">
              <a:buFont typeface="Wingdings" panose="05000000000000000000" pitchFamily="2" charset="2"/>
              <a:buChar char="Ø"/>
            </a:pPr>
            <a:r>
              <a:rPr lang="en-IN" sz="2800"/>
              <a:t>Platform service fee </a:t>
            </a:r>
          </a:p>
          <a:p>
            <a:pPr marL="457200" lvl="0" indent="-457200">
              <a:buFont typeface="Wingdings" panose="05000000000000000000" pitchFamily="2" charset="2"/>
              <a:buChar char="Ø"/>
            </a:pPr>
            <a:r>
              <a:rPr lang="en-IN" sz="2800"/>
              <a:t>Society partnerships </a:t>
            </a:r>
          </a:p>
          <a:p>
            <a:pPr marL="457200" lvl="0" indent="-457200">
              <a:buFont typeface="Wingdings" panose="05000000000000000000" pitchFamily="2" charset="2"/>
              <a:buChar char="Ø"/>
            </a:pPr>
            <a:r>
              <a:rPr lang="en-IN" sz="2800"/>
              <a:t>Sustainable revenue model</a:t>
            </a:r>
          </a:p>
          <a:p>
            <a:pPr algn="ctr">
              <a:lnSpc>
                <a:spcPts val="2802"/>
              </a:lnSpc>
            </a:pPr>
            <a:r>
              <a:rPr lang="en-US" sz="2001">
                <a:solidFill>
                  <a:srgbClr val="000000"/>
                </a:solidFill>
                <a:latin typeface="Canva Sans"/>
                <a:ea typeface="Canva Sans"/>
                <a:cs typeface="Canva Sans"/>
                <a:sym typeface="Canva Sans"/>
              </a:rPr>
              <a:t>.</a:t>
            </a:r>
          </a:p>
        </p:txBody>
      </p:sp>
      <p:sp>
        <p:nvSpPr>
          <p:cNvPr id="32" name="TextBox 32"/>
          <p:cNvSpPr txBox="1"/>
          <p:nvPr/>
        </p:nvSpPr>
        <p:spPr>
          <a:xfrm>
            <a:off x="12496800" y="2821109"/>
            <a:ext cx="4703054" cy="2585323"/>
          </a:xfrm>
          <a:prstGeom prst="rect">
            <a:avLst/>
          </a:prstGeom>
        </p:spPr>
        <p:txBody>
          <a:bodyPr wrap="square" lIns="0" tIns="0" rIns="0" bIns="0" rtlCol="0" anchor="t">
            <a:spAutoFit/>
          </a:bodyPr>
          <a:lstStyle/>
          <a:p>
            <a:pPr marL="457200" lvl="0" indent="-457200">
              <a:buFont typeface="Wingdings" panose="05000000000000000000" pitchFamily="2" charset="2"/>
              <a:buChar char="Ø"/>
            </a:pPr>
            <a:r>
              <a:rPr lang="en-IN" sz="2800"/>
              <a:t>Aadhaar/KYC verification </a:t>
            </a:r>
          </a:p>
          <a:p>
            <a:pPr marL="457200" lvl="0" indent="-457200">
              <a:buFont typeface="Wingdings" panose="05000000000000000000" pitchFamily="2" charset="2"/>
              <a:buChar char="Ø"/>
            </a:pPr>
            <a:r>
              <a:rPr lang="en-IN" sz="2800"/>
              <a:t>Cooperative approval process </a:t>
            </a:r>
          </a:p>
          <a:p>
            <a:pPr marL="457200" lvl="0" indent="-457200">
              <a:buFont typeface="Wingdings" panose="05000000000000000000" pitchFamily="2" charset="2"/>
              <a:buChar char="Ø"/>
            </a:pPr>
            <a:r>
              <a:rPr lang="en-IN" sz="2800"/>
              <a:t>OTP-based service completion </a:t>
            </a:r>
          </a:p>
          <a:p>
            <a:pPr marL="457200" lvl="0" indent="-457200">
              <a:buFont typeface="Wingdings" panose="05000000000000000000" pitchFamily="2" charset="2"/>
              <a:buChar char="Ø"/>
            </a:pPr>
            <a:r>
              <a:rPr lang="en-IN" sz="2800"/>
              <a:t>Admin monitoring</a:t>
            </a:r>
          </a:p>
        </p:txBody>
      </p:sp>
      <p:pic>
        <p:nvPicPr>
          <p:cNvPr id="34" name="Picture 33">
            <a:extLst>
              <a:ext uri="{FF2B5EF4-FFF2-40B4-BE49-F238E27FC236}">
                <a16:creationId xmlns:a16="http://schemas.microsoft.com/office/drawing/2014/main" id="{2481AD90-8753-4BE9-D829-A40D245B0256}"/>
              </a:ext>
            </a:extLst>
          </p:cNvPr>
          <p:cNvPicPr>
            <a:picLocks noChangeAspect="1"/>
          </p:cNvPicPr>
          <p:nvPr/>
        </p:nvPicPr>
        <p:blipFill>
          <a:blip r:embed="rId5"/>
          <a:stretch>
            <a:fillRect/>
          </a:stretch>
        </p:blipFill>
        <p:spPr>
          <a:xfrm>
            <a:off x="0" y="6592946"/>
            <a:ext cx="18288000" cy="3562990"/>
          </a:xfrm>
          <a:prstGeom prst="rect">
            <a:avLst/>
          </a:prstGeom>
        </p:spPr>
      </p:pic>
      <p:grpSp>
        <p:nvGrpSpPr>
          <p:cNvPr id="4" name="Group 4"/>
          <p:cNvGrpSpPr/>
          <p:nvPr/>
        </p:nvGrpSpPr>
        <p:grpSpPr>
          <a:xfrm>
            <a:off x="0" y="9532144"/>
            <a:ext cx="18288000" cy="754856"/>
            <a:chOff x="0" y="0"/>
            <a:chExt cx="24384000" cy="1006475"/>
          </a:xfrm>
        </p:grpSpPr>
        <p:sp>
          <p:nvSpPr>
            <p:cNvPr id="5" name="Freeform 5"/>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52" name="Group 15">
            <a:extLst>
              <a:ext uri="{FF2B5EF4-FFF2-40B4-BE49-F238E27FC236}">
                <a16:creationId xmlns:a16="http://schemas.microsoft.com/office/drawing/2014/main" id="{207ABCA7-63CE-09F8-B5B8-234ECDBE36FD}"/>
              </a:ext>
            </a:extLst>
          </p:cNvPr>
          <p:cNvGrpSpPr/>
          <p:nvPr/>
        </p:nvGrpSpPr>
        <p:grpSpPr>
          <a:xfrm>
            <a:off x="6972300" y="9520237"/>
            <a:ext cx="4806001" cy="561976"/>
            <a:chOff x="0" y="-19050"/>
            <a:chExt cx="6408001" cy="749300"/>
          </a:xfrm>
        </p:grpSpPr>
        <p:sp>
          <p:nvSpPr>
            <p:cNvPr id="53" name="Freeform 16">
              <a:extLst>
                <a:ext uri="{FF2B5EF4-FFF2-40B4-BE49-F238E27FC236}">
                  <a16:creationId xmlns:a16="http://schemas.microsoft.com/office/drawing/2014/main" id="{D556BC4B-3826-91C1-85B7-C71B11251F63}"/>
                </a:ext>
              </a:extLst>
            </p:cNvPr>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3">
                <a:alphaModFix amt="0"/>
              </a:blip>
              <a:stretch>
                <a:fillRect t="-120982" b="-120982"/>
              </a:stretch>
            </a:blipFill>
          </p:spPr>
        </p:sp>
        <p:sp>
          <p:nvSpPr>
            <p:cNvPr id="54" name="TextBox 17">
              <a:extLst>
                <a:ext uri="{FF2B5EF4-FFF2-40B4-BE49-F238E27FC236}">
                  <a16:creationId xmlns:a16="http://schemas.microsoft.com/office/drawing/2014/main" id="{4BF9814D-4CB4-CBE4-0AD8-84A20BA7A435}"/>
                </a:ext>
              </a:extLst>
            </p:cNvPr>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sp>
        <p:nvSpPr>
          <p:cNvPr id="47" name="Rectangle: Rounded Corners 46">
            <a:extLst>
              <a:ext uri="{FF2B5EF4-FFF2-40B4-BE49-F238E27FC236}">
                <a16:creationId xmlns:a16="http://schemas.microsoft.com/office/drawing/2014/main" id="{74A5A866-5C25-906B-4077-3D38B94F2297}"/>
              </a:ext>
            </a:extLst>
          </p:cNvPr>
          <p:cNvSpPr/>
          <p:nvPr/>
        </p:nvSpPr>
        <p:spPr>
          <a:xfrm>
            <a:off x="12577864" y="7483691"/>
            <a:ext cx="5486401" cy="1219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Rounded Corners 44">
            <a:extLst>
              <a:ext uri="{FF2B5EF4-FFF2-40B4-BE49-F238E27FC236}">
                <a16:creationId xmlns:a16="http://schemas.microsoft.com/office/drawing/2014/main" id="{A720B6A6-3AEB-4871-B25A-1708C0FA73EA}"/>
              </a:ext>
            </a:extLst>
          </p:cNvPr>
          <p:cNvSpPr/>
          <p:nvPr/>
        </p:nvSpPr>
        <p:spPr>
          <a:xfrm>
            <a:off x="6479431" y="7483691"/>
            <a:ext cx="5486401" cy="1219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7BD3FE71-EECA-5652-F674-6187BD246BF9}"/>
              </a:ext>
            </a:extLst>
          </p:cNvPr>
          <p:cNvSpPr/>
          <p:nvPr/>
        </p:nvSpPr>
        <p:spPr>
          <a:xfrm>
            <a:off x="243068" y="7483691"/>
            <a:ext cx="5624331" cy="12192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Rounded Corners 59">
            <a:extLst>
              <a:ext uri="{FF2B5EF4-FFF2-40B4-BE49-F238E27FC236}">
                <a16:creationId xmlns:a16="http://schemas.microsoft.com/office/drawing/2014/main" id="{CA18D97A-5E39-2F90-0A9E-85EDF936295B}"/>
              </a:ext>
            </a:extLst>
          </p:cNvPr>
          <p:cNvSpPr/>
          <p:nvPr/>
        </p:nvSpPr>
        <p:spPr>
          <a:xfrm>
            <a:off x="1390234" y="6151048"/>
            <a:ext cx="13468766" cy="790216"/>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rPr>
              <a:t>          SERVIO can start small, validate, locally, and scale through cooperative federations</a:t>
            </a:r>
            <a:r>
              <a:rPr lang="en-US" b="1">
                <a:solidFill>
                  <a:schemeClr val="tx1"/>
                </a:solidFill>
              </a:rPr>
              <a:t>.</a:t>
            </a:r>
            <a:endParaRPr lang="en-IN" b="1">
              <a:solidFill>
                <a:schemeClr val="tx1"/>
              </a:solidFill>
            </a:endParaRPr>
          </a:p>
        </p:txBody>
      </p:sp>
      <p:pic>
        <p:nvPicPr>
          <p:cNvPr id="63" name="Picture 62">
            <a:extLst>
              <a:ext uri="{FF2B5EF4-FFF2-40B4-BE49-F238E27FC236}">
                <a16:creationId xmlns:a16="http://schemas.microsoft.com/office/drawing/2014/main" id="{0444E63B-B21E-44FB-B11D-39162D1924DD}"/>
              </a:ext>
            </a:extLst>
          </p:cNvPr>
          <p:cNvPicPr>
            <a:picLocks noChangeAspect="1"/>
          </p:cNvPicPr>
          <p:nvPr/>
        </p:nvPicPr>
        <p:blipFill>
          <a:blip r:embed="rId6">
            <a:duotone>
              <a:prstClr val="black"/>
              <a:schemeClr val="accent2">
                <a:tint val="45000"/>
                <a:satMod val="400000"/>
              </a:schemeClr>
            </a:duotone>
            <a:extLst>
              <a:ext uri="{BEBA8EAE-BF5A-486C-A8C5-ECC9F3942E4B}">
                <a14:imgProps xmlns:a14="http://schemas.microsoft.com/office/drawing/2010/main">
                  <a14:imgLayer r:embed="rId7">
                    <a14:imgEffect>
                      <a14:artisticFilmGrain/>
                    </a14:imgEffect>
                  </a14:imgLayer>
                </a14:imgProps>
              </a:ext>
            </a:extLst>
          </a:blip>
          <a:stretch>
            <a:fillRect/>
          </a:stretch>
        </p:blipFill>
        <p:spPr>
          <a:xfrm>
            <a:off x="1460983" y="6271260"/>
            <a:ext cx="520217" cy="520217"/>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0" y="9532144"/>
            <a:ext cx="18288000" cy="754856"/>
            <a:chOff x="0" y="0"/>
            <a:chExt cx="24384000" cy="1006475"/>
          </a:xfrm>
        </p:grpSpPr>
        <p:sp>
          <p:nvSpPr>
            <p:cNvPr id="4" name="Freeform 4"/>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5" name="Group 5"/>
          <p:cNvGrpSpPr/>
          <p:nvPr/>
        </p:nvGrpSpPr>
        <p:grpSpPr>
          <a:xfrm>
            <a:off x="6972300" y="9534525"/>
            <a:ext cx="4806001" cy="547688"/>
            <a:chOff x="0" y="0"/>
            <a:chExt cx="6408001" cy="730250"/>
          </a:xfrm>
        </p:grpSpPr>
        <p:sp>
          <p:nvSpPr>
            <p:cNvPr id="6" name="Freeform 6"/>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7" name="TextBox 7"/>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8" name="Group 15">
            <a:extLst>
              <a:ext uri="{FF2B5EF4-FFF2-40B4-BE49-F238E27FC236}">
                <a16:creationId xmlns:a16="http://schemas.microsoft.com/office/drawing/2014/main" id="{D9E6D4FB-E303-07ED-D39D-7F8B0B84E7A8}"/>
              </a:ext>
            </a:extLst>
          </p:cNvPr>
          <p:cNvGrpSpPr/>
          <p:nvPr/>
        </p:nvGrpSpPr>
        <p:grpSpPr>
          <a:xfrm>
            <a:off x="14670129" y="2248"/>
            <a:ext cx="3374802" cy="1593533"/>
            <a:chOff x="0" y="0"/>
            <a:chExt cx="4499737" cy="2124710"/>
          </a:xfrm>
        </p:grpSpPr>
        <p:sp>
          <p:nvSpPr>
            <p:cNvPr id="9" name="Freeform 16">
              <a:extLst>
                <a:ext uri="{FF2B5EF4-FFF2-40B4-BE49-F238E27FC236}">
                  <a16:creationId xmlns:a16="http://schemas.microsoft.com/office/drawing/2014/main" id="{3B8E1525-FD51-79EC-E8F4-C95FAD9F20AB}"/>
                </a:ext>
              </a:extLst>
            </p:cNvPr>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sp>
        <p:nvSpPr>
          <p:cNvPr id="18" name="Freeform 13" descr="Your startup LOGO">
            <a:extLst>
              <a:ext uri="{FF2B5EF4-FFF2-40B4-BE49-F238E27FC236}">
                <a16:creationId xmlns:a16="http://schemas.microsoft.com/office/drawing/2014/main" id="{3C003ECE-AB07-4FDF-B7C6-931D86966614}"/>
              </a:ext>
            </a:extLst>
          </p:cNvPr>
          <p:cNvSpPr/>
          <p:nvPr/>
        </p:nvSpPr>
        <p:spPr>
          <a:xfrm>
            <a:off x="343715" y="174449"/>
            <a:ext cx="1915859" cy="1249111"/>
          </a:xfrm>
          <a:custGeom>
            <a:avLst/>
            <a:gdLst/>
            <a:ahLst/>
            <a:cxnLst/>
            <a:rect l="l" t="t" r="r" b="b"/>
            <a:pathLst>
              <a:path w="2554478" h="1665481">
                <a:moveTo>
                  <a:pt x="0" y="832740"/>
                </a:moveTo>
                <a:cubicBezTo>
                  <a:pt x="0" y="372873"/>
                  <a:pt x="571881" y="0"/>
                  <a:pt x="1277239" y="0"/>
                </a:cubicBezTo>
                <a:cubicBezTo>
                  <a:pt x="1982597" y="0"/>
                  <a:pt x="2554478" y="372873"/>
                  <a:pt x="2554478" y="832740"/>
                </a:cubicBezTo>
                <a:cubicBezTo>
                  <a:pt x="2554478" y="1292608"/>
                  <a:pt x="1982597" y="1665481"/>
                  <a:pt x="1277239" y="1665481"/>
                </a:cubicBezTo>
                <a:cubicBezTo>
                  <a:pt x="571881" y="1665481"/>
                  <a:pt x="0" y="1292608"/>
                  <a:pt x="0" y="832740"/>
                </a:cubicBezTo>
                <a:close/>
              </a:path>
            </a:pathLst>
          </a:custGeom>
          <a:solidFill>
            <a:srgbClr val="FFFFFF"/>
          </a:solidFill>
          <a:ln w="38100" cap="sq">
            <a:solidFill>
              <a:srgbClr val="8064A2"/>
            </a:solidFill>
            <a:prstDash val="solid"/>
            <a:miter/>
          </a:ln>
        </p:spPr>
      </p:sp>
      <p:sp>
        <p:nvSpPr>
          <p:cNvPr id="26" name="TextBox 14">
            <a:extLst>
              <a:ext uri="{FF2B5EF4-FFF2-40B4-BE49-F238E27FC236}">
                <a16:creationId xmlns:a16="http://schemas.microsoft.com/office/drawing/2014/main" id="{525AB117-F189-D8A2-41CA-D9E348AA68D5}"/>
              </a:ext>
            </a:extLst>
          </p:cNvPr>
          <p:cNvSpPr txBox="1"/>
          <p:nvPr/>
        </p:nvSpPr>
        <p:spPr>
          <a:xfrm>
            <a:off x="343686" y="131596"/>
            <a:ext cx="1915888" cy="1291964"/>
          </a:xfrm>
          <a:prstGeom prst="rect">
            <a:avLst/>
          </a:prstGeom>
        </p:spPr>
        <p:txBody>
          <a:bodyPr lIns="50800" tIns="50800" rIns="50800" bIns="50800" rtlCol="0" anchor="ctr"/>
          <a:lstStyle/>
          <a:p>
            <a:pPr algn="ctr">
              <a:lnSpc>
                <a:spcPts val="3240"/>
              </a:lnSpc>
            </a:pPr>
            <a:r>
              <a:rPr lang="en-US" sz="2700" dirty="0">
                <a:solidFill>
                  <a:srgbClr val="000000"/>
                </a:solidFill>
                <a:latin typeface="Calibri (MS)"/>
                <a:ea typeface="Calibri (MS)"/>
                <a:cs typeface="Calibri (MS)"/>
                <a:sym typeface="Calibri (MS)"/>
              </a:rPr>
              <a:t>TECH NOVA</a:t>
            </a:r>
          </a:p>
        </p:txBody>
      </p:sp>
      <p:sp>
        <p:nvSpPr>
          <p:cNvPr id="25" name="TextBox 24">
            <a:extLst>
              <a:ext uri="{FF2B5EF4-FFF2-40B4-BE49-F238E27FC236}">
                <a16:creationId xmlns:a16="http://schemas.microsoft.com/office/drawing/2014/main" id="{19FFD201-8BD0-1619-73E7-081B98852837}"/>
              </a:ext>
            </a:extLst>
          </p:cNvPr>
          <p:cNvSpPr txBox="1"/>
          <p:nvPr/>
        </p:nvSpPr>
        <p:spPr>
          <a:xfrm>
            <a:off x="5526100" y="298268"/>
            <a:ext cx="91440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t>IMPACT &amp; BENEFITS</a:t>
            </a:r>
            <a:endParaRPr lang="en-US" sz="4800" b="1">
              <a:ea typeface="Calibri"/>
              <a:cs typeface="Calibri"/>
            </a:endParaRPr>
          </a:p>
          <a:p>
            <a:pPr algn="ctr"/>
            <a:endParaRPr lang="en-US"/>
          </a:p>
        </p:txBody>
      </p:sp>
      <p:graphicFrame>
        <p:nvGraphicFramePr>
          <p:cNvPr id="37" name="Table 36">
            <a:extLst>
              <a:ext uri="{FF2B5EF4-FFF2-40B4-BE49-F238E27FC236}">
                <a16:creationId xmlns:a16="http://schemas.microsoft.com/office/drawing/2014/main" id="{2DAFB635-3A2D-587E-9A4B-1DB3D9A5C360}"/>
              </a:ext>
            </a:extLst>
          </p:cNvPr>
          <p:cNvGraphicFramePr>
            <a:graphicFrameLocks noGrp="1"/>
          </p:cNvGraphicFramePr>
          <p:nvPr>
            <p:extLst>
              <p:ext uri="{D42A27DB-BD31-4B8C-83A1-F6EECF244321}">
                <p14:modId xmlns:p14="http://schemas.microsoft.com/office/powerpoint/2010/main" val="656813957"/>
              </p:ext>
            </p:extLst>
          </p:nvPr>
        </p:nvGraphicFramePr>
        <p:xfrm>
          <a:off x="491442" y="1943847"/>
          <a:ext cx="9143996" cy="6122524"/>
        </p:xfrm>
        <a:graphic>
          <a:graphicData uri="http://schemas.openxmlformats.org/drawingml/2006/table">
            <a:tbl>
              <a:tblPr>
                <a:tableStyleId>{5C22544A-7EE6-4342-B048-85BDC9FD1C3A}</a:tableStyleId>
              </a:tblPr>
              <a:tblGrid>
                <a:gridCol w="2015164">
                  <a:extLst>
                    <a:ext uri="{9D8B030D-6E8A-4147-A177-3AD203B41FA5}">
                      <a16:colId xmlns:a16="http://schemas.microsoft.com/office/drawing/2014/main" val="3661840960"/>
                    </a:ext>
                  </a:extLst>
                </a:gridCol>
                <a:gridCol w="2269191">
                  <a:extLst>
                    <a:ext uri="{9D8B030D-6E8A-4147-A177-3AD203B41FA5}">
                      <a16:colId xmlns:a16="http://schemas.microsoft.com/office/drawing/2014/main" val="1751375791"/>
                    </a:ext>
                  </a:extLst>
                </a:gridCol>
                <a:gridCol w="2749373">
                  <a:extLst>
                    <a:ext uri="{9D8B030D-6E8A-4147-A177-3AD203B41FA5}">
                      <a16:colId xmlns:a16="http://schemas.microsoft.com/office/drawing/2014/main" val="3807493003"/>
                    </a:ext>
                  </a:extLst>
                </a:gridCol>
                <a:gridCol w="2110268">
                  <a:extLst>
                    <a:ext uri="{9D8B030D-6E8A-4147-A177-3AD203B41FA5}">
                      <a16:colId xmlns:a16="http://schemas.microsoft.com/office/drawing/2014/main" val="1538625341"/>
                    </a:ext>
                  </a:extLst>
                </a:gridCol>
              </a:tblGrid>
              <a:tr h="894695">
                <a:tc>
                  <a:txBody>
                    <a:bodyPr/>
                    <a:lstStyle/>
                    <a:p>
                      <a:pPr>
                        <a:buNone/>
                      </a:pPr>
                      <a:r>
                        <a:rPr lang="en-IN"/>
                        <a:t>         </a:t>
                      </a:r>
                      <a:r>
                        <a:rPr lang="en-IN" sz="2800" b="1"/>
                        <a:t>Workers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buNone/>
                      </a:pPr>
                      <a:r>
                        <a:rPr lang="en-IN" sz="2800" b="1"/>
                        <a:t>      Customers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pPr>
                        <a:buNone/>
                      </a:pPr>
                      <a:r>
                        <a:rPr lang="en-IN" sz="2800" b="1"/>
                        <a:t>       Cooperatives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buNone/>
                      </a:pPr>
                      <a:r>
                        <a:rPr lang="en-IN" sz="2800" b="1"/>
                        <a:t>        Society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258110839"/>
                  </a:ext>
                </a:extLst>
              </a:tr>
              <a:tr h="1420274">
                <a:tc>
                  <a:txBody>
                    <a:bodyPr/>
                    <a:lstStyle/>
                    <a:p>
                      <a:pPr>
                        <a:buNone/>
                      </a:pPr>
                      <a:r>
                        <a:rPr lang="en-IN" sz="2400"/>
                        <a:t>More job opportunities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sz="2400"/>
                        <a:t>Verified professionals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2400"/>
                        <a:t>Digital 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buNone/>
                      </a:pPr>
                      <a:r>
                        <a:rPr lang="en-IN" sz="2400"/>
                        <a:t>Promotes cooperative economy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42291"/>
                  </a:ext>
                </a:extLst>
              </a:tr>
              <a:tr h="1269185">
                <a:tc>
                  <a:txBody>
                    <a:bodyPr/>
                    <a:lstStyle/>
                    <a:p>
                      <a:pPr>
                        <a:buNone/>
                      </a:pPr>
                      <a:r>
                        <a:rPr lang="en-IN" sz="2400"/>
                        <a:t>Fair &amp; transparent earnings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sz="2400"/>
                        <a:t>Faster service booking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2400"/>
                        <a:t>Better member engagement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buNone/>
                      </a:pPr>
                      <a:r>
                        <a:rPr lang="en-IN" sz="2400"/>
                        <a:t>Encourages local employment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265955217"/>
                  </a:ext>
                </a:extLst>
              </a:tr>
              <a:tr h="1269185">
                <a:tc>
                  <a:txBody>
                    <a:bodyPr/>
                    <a:lstStyle/>
                    <a:p>
                      <a:pPr>
                        <a:buNone/>
                      </a:pPr>
                      <a:r>
                        <a:rPr lang="en-IN" sz="2400"/>
                        <a:t>Insurance &amp; emergency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sz="2400"/>
                        <a:t>Secure digital payments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2400"/>
                        <a:t>Transparent governance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buNone/>
                      </a:pPr>
                      <a:r>
                        <a:rPr lang="en-IN" sz="2400"/>
                        <a:t>Builds trust in digital services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19295941"/>
                  </a:ext>
                </a:extLst>
              </a:tr>
              <a:tr h="1269185">
                <a:tc>
                  <a:txBody>
                    <a:bodyPr/>
                    <a:lstStyle/>
                    <a:p>
                      <a:pPr>
                        <a:buNone/>
                      </a:pPr>
                      <a:r>
                        <a:rPr lang="en-IN" sz="2400"/>
                        <a:t>Digital work 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sz="2400"/>
                        <a:t>Transparent pricing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IN" sz="2400"/>
                        <a:t>Data-driven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buNone/>
                      </a:pPr>
                      <a:r>
                        <a:rPr lang="en-IN" sz="2400"/>
                        <a:t>Inclusive economic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167848049"/>
                  </a:ext>
                </a:extLst>
              </a:tr>
            </a:tbl>
          </a:graphicData>
        </a:graphic>
      </p:graphicFrame>
      <p:pic>
        <p:nvPicPr>
          <p:cNvPr id="39" name="Graphic 38" descr="Briefcase with solid fill">
            <a:extLst>
              <a:ext uri="{FF2B5EF4-FFF2-40B4-BE49-F238E27FC236}">
                <a16:creationId xmlns:a16="http://schemas.microsoft.com/office/drawing/2014/main" id="{8BFE0DD1-EC0A-64A7-19A8-121A5EDE44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2834" y="2156696"/>
            <a:ext cx="527798" cy="477371"/>
          </a:xfrm>
          <a:prstGeom prst="rect">
            <a:avLst/>
          </a:prstGeom>
        </p:spPr>
      </p:pic>
      <p:pic>
        <p:nvPicPr>
          <p:cNvPr id="10" name="Graphic 9" descr="User with solid fill">
            <a:extLst>
              <a:ext uri="{FF2B5EF4-FFF2-40B4-BE49-F238E27FC236}">
                <a16:creationId xmlns:a16="http://schemas.microsoft.com/office/drawing/2014/main" id="{4E6EC9EB-063B-AD64-846B-3DDDC2D5D69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83532" y="2128221"/>
            <a:ext cx="645460" cy="510989"/>
          </a:xfrm>
          <a:prstGeom prst="rect">
            <a:avLst/>
          </a:prstGeom>
        </p:spPr>
      </p:pic>
      <p:pic>
        <p:nvPicPr>
          <p:cNvPr id="12" name="Graphic 11" descr="Boardroom with solid fill">
            <a:extLst>
              <a:ext uri="{FF2B5EF4-FFF2-40B4-BE49-F238E27FC236}">
                <a16:creationId xmlns:a16="http://schemas.microsoft.com/office/drawing/2014/main" id="{173C0BD4-8CB3-4450-37F9-169A5FA590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24289" y="2100288"/>
            <a:ext cx="595033" cy="561415"/>
          </a:xfrm>
          <a:prstGeom prst="rect">
            <a:avLst/>
          </a:prstGeom>
        </p:spPr>
      </p:pic>
      <p:pic>
        <p:nvPicPr>
          <p:cNvPr id="14" name="Graphic 13" descr="Social network with solid fill">
            <a:extLst>
              <a:ext uri="{FF2B5EF4-FFF2-40B4-BE49-F238E27FC236}">
                <a16:creationId xmlns:a16="http://schemas.microsoft.com/office/drawing/2014/main" id="{B14BAF8B-6D1A-180B-E7A6-415889D62B1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93390" y="2064155"/>
            <a:ext cx="578224" cy="595032"/>
          </a:xfrm>
          <a:prstGeom prst="rect">
            <a:avLst/>
          </a:prstGeom>
        </p:spPr>
      </p:pic>
      <p:pic>
        <p:nvPicPr>
          <p:cNvPr id="16" name="Picture 15">
            <a:extLst>
              <a:ext uri="{FF2B5EF4-FFF2-40B4-BE49-F238E27FC236}">
                <a16:creationId xmlns:a16="http://schemas.microsoft.com/office/drawing/2014/main" id="{437961F4-9F1B-A048-303F-93FB20A512E9}"/>
              </a:ext>
            </a:extLst>
          </p:cNvPr>
          <p:cNvPicPr>
            <a:picLocks noChangeAspect="1"/>
          </p:cNvPicPr>
          <p:nvPr/>
        </p:nvPicPr>
        <p:blipFill>
          <a:blip r:embed="rId8"/>
          <a:stretch>
            <a:fillRect/>
          </a:stretch>
        </p:blipFill>
        <p:spPr>
          <a:xfrm>
            <a:off x="10266188" y="2741929"/>
            <a:ext cx="7424409" cy="4935132"/>
          </a:xfrm>
          <a:prstGeom prst="rect">
            <a:avLst/>
          </a:prstGeom>
        </p:spPr>
      </p:pic>
      <p:graphicFrame>
        <p:nvGraphicFramePr>
          <p:cNvPr id="23" name="Diagram 22">
            <a:extLst>
              <a:ext uri="{FF2B5EF4-FFF2-40B4-BE49-F238E27FC236}">
                <a16:creationId xmlns:a16="http://schemas.microsoft.com/office/drawing/2014/main" id="{C2D6DBC1-4E3B-B3B8-7C5A-251CE1F1F55E}"/>
              </a:ext>
            </a:extLst>
          </p:cNvPr>
          <p:cNvGraphicFramePr/>
          <p:nvPr>
            <p:extLst>
              <p:ext uri="{D42A27DB-BD31-4B8C-83A1-F6EECF244321}">
                <p14:modId xmlns:p14="http://schemas.microsoft.com/office/powerpoint/2010/main" val="1908255095"/>
              </p:ext>
            </p:extLst>
          </p:nvPr>
        </p:nvGraphicFramePr>
        <p:xfrm>
          <a:off x="4107976" y="8748215"/>
          <a:ext cx="184731" cy="36933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1" name="Diagram 10">
            <a:extLst>
              <a:ext uri="{FF2B5EF4-FFF2-40B4-BE49-F238E27FC236}">
                <a16:creationId xmlns:a16="http://schemas.microsoft.com/office/drawing/2014/main" id="{4CF7B61B-E951-719B-F655-EC04CE848831}"/>
              </a:ext>
            </a:extLst>
          </p:cNvPr>
          <p:cNvGraphicFramePr/>
          <p:nvPr>
            <p:extLst>
              <p:ext uri="{D42A27DB-BD31-4B8C-83A1-F6EECF244321}">
                <p14:modId xmlns:p14="http://schemas.microsoft.com/office/powerpoint/2010/main" val="612895671"/>
              </p:ext>
            </p:extLst>
          </p:nvPr>
        </p:nvGraphicFramePr>
        <p:xfrm>
          <a:off x="1438419" y="8294814"/>
          <a:ext cx="14941379" cy="906978"/>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55" name="Rectangle: Rounded Corners 54">
            <a:extLst>
              <a:ext uri="{FF2B5EF4-FFF2-40B4-BE49-F238E27FC236}">
                <a16:creationId xmlns:a16="http://schemas.microsoft.com/office/drawing/2014/main" id="{0477B445-B09D-78DA-A8C6-51BD4FA8804B}"/>
              </a:ext>
            </a:extLst>
          </p:cNvPr>
          <p:cNvSpPr/>
          <p:nvPr/>
        </p:nvSpPr>
        <p:spPr>
          <a:xfrm>
            <a:off x="11897092" y="1945294"/>
            <a:ext cx="5074114" cy="616358"/>
          </a:xfrm>
          <a:prstGeom prst="roundRect">
            <a:avLst/>
          </a:prstGeom>
          <a:solidFill>
            <a:srgbClr val="00B050"/>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4E728A7-6AD5-C971-2C1E-C467308FC966}"/>
              </a:ext>
            </a:extLst>
          </p:cNvPr>
          <p:cNvSpPr txBox="1"/>
          <p:nvPr/>
        </p:nvSpPr>
        <p:spPr>
          <a:xfrm>
            <a:off x="12973524" y="1954363"/>
            <a:ext cx="410471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ea typeface="Calibri"/>
                <a:cs typeface="Calibri"/>
              </a:rPr>
              <a:t>Key Beneficiaries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8B5525D-9FEE-E6C5-6787-9D0523D1D731}"/>
              </a:ext>
            </a:extLst>
          </p:cNvPr>
          <p:cNvSpPr/>
          <p:nvPr/>
        </p:nvSpPr>
        <p:spPr>
          <a:xfrm>
            <a:off x="1384472" y="8575825"/>
            <a:ext cx="15198013" cy="841284"/>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800" b="1">
              <a:solidFill>
                <a:schemeClr val="tx1"/>
              </a:solidFill>
              <a:ea typeface="Calibri"/>
              <a:cs typeface="Calibri"/>
            </a:endParaRPr>
          </a:p>
        </p:txBody>
      </p:sp>
      <p:grpSp>
        <p:nvGrpSpPr>
          <p:cNvPr id="6" name="Group 6"/>
          <p:cNvGrpSpPr/>
          <p:nvPr/>
        </p:nvGrpSpPr>
        <p:grpSpPr>
          <a:xfrm>
            <a:off x="21502" y="9534525"/>
            <a:ext cx="18288000" cy="754856"/>
            <a:chOff x="0" y="0"/>
            <a:chExt cx="24384000" cy="1006475"/>
          </a:xfrm>
        </p:grpSpPr>
        <p:sp>
          <p:nvSpPr>
            <p:cNvPr id="7" name="Freeform 7"/>
            <p:cNvSpPr/>
            <p:nvPr/>
          </p:nvSpPr>
          <p:spPr>
            <a:xfrm>
              <a:off x="0" y="0"/>
              <a:ext cx="24384000" cy="1006475"/>
            </a:xfrm>
            <a:custGeom>
              <a:avLst/>
              <a:gdLst/>
              <a:ahLst/>
              <a:cxnLst/>
              <a:rect l="l" t="t" r="r" b="b"/>
              <a:pathLst>
                <a:path w="24384000" h="1006475">
                  <a:moveTo>
                    <a:pt x="0" y="0"/>
                  </a:moveTo>
                  <a:lnTo>
                    <a:pt x="24384000" y="0"/>
                  </a:lnTo>
                  <a:lnTo>
                    <a:pt x="24384000" y="1006475"/>
                  </a:lnTo>
                  <a:lnTo>
                    <a:pt x="0" y="1006475"/>
                  </a:lnTo>
                  <a:close/>
                </a:path>
              </a:pathLst>
            </a:custGeom>
            <a:solidFill>
              <a:srgbClr val="0070C0"/>
            </a:solidFill>
          </p:spPr>
        </p:sp>
      </p:grpSp>
      <p:grpSp>
        <p:nvGrpSpPr>
          <p:cNvPr id="8" name="Group 8"/>
          <p:cNvGrpSpPr/>
          <p:nvPr/>
        </p:nvGrpSpPr>
        <p:grpSpPr>
          <a:xfrm>
            <a:off x="6972300" y="9534525"/>
            <a:ext cx="4806001" cy="547688"/>
            <a:chOff x="0" y="0"/>
            <a:chExt cx="6408001" cy="730250"/>
          </a:xfrm>
        </p:grpSpPr>
        <p:sp>
          <p:nvSpPr>
            <p:cNvPr id="9" name="Freeform 9"/>
            <p:cNvSpPr/>
            <p:nvPr/>
          </p:nvSpPr>
          <p:spPr>
            <a:xfrm>
              <a:off x="0" y="0"/>
              <a:ext cx="6408000" cy="730250"/>
            </a:xfrm>
            <a:custGeom>
              <a:avLst/>
              <a:gdLst/>
              <a:ahLst/>
              <a:cxnLst/>
              <a:rect l="l" t="t" r="r" b="b"/>
              <a:pathLst>
                <a:path w="6408000" h="730250">
                  <a:moveTo>
                    <a:pt x="0" y="0"/>
                  </a:moveTo>
                  <a:lnTo>
                    <a:pt x="6408000" y="0"/>
                  </a:lnTo>
                  <a:lnTo>
                    <a:pt x="6408000" y="730250"/>
                  </a:lnTo>
                  <a:lnTo>
                    <a:pt x="0" y="730250"/>
                  </a:lnTo>
                  <a:close/>
                </a:path>
              </a:pathLst>
            </a:custGeom>
            <a:blipFill>
              <a:blip r:embed="rId2">
                <a:alphaModFix amt="0"/>
              </a:blip>
              <a:stretch>
                <a:fillRect t="-120982" b="-120982"/>
              </a:stretch>
            </a:blipFill>
          </p:spPr>
        </p:sp>
        <p:sp>
          <p:nvSpPr>
            <p:cNvPr id="10" name="TextBox 10"/>
            <p:cNvSpPr txBox="1"/>
            <p:nvPr/>
          </p:nvSpPr>
          <p:spPr>
            <a:xfrm>
              <a:off x="0" y="-19050"/>
              <a:ext cx="6408001" cy="749300"/>
            </a:xfrm>
            <a:prstGeom prst="rect">
              <a:avLst/>
            </a:prstGeom>
          </p:spPr>
          <p:txBody>
            <a:bodyPr lIns="0" tIns="0" rIns="0" bIns="0" rtlCol="0" anchor="ctr"/>
            <a:lstStyle/>
            <a:p>
              <a:pPr algn="ctr">
                <a:lnSpc>
                  <a:spcPts val="2160"/>
                </a:lnSpc>
              </a:pPr>
              <a:r>
                <a:rPr lang="en-US" sz="1800">
                  <a:solidFill>
                    <a:srgbClr val="FFFFFF"/>
                  </a:solidFill>
                  <a:latin typeface="Arimo"/>
                  <a:ea typeface="Arimo"/>
                  <a:cs typeface="Arimo"/>
                  <a:sym typeface="Arimo"/>
                </a:rPr>
                <a:t>@SIH Idea submission- Template</a:t>
              </a:r>
            </a:p>
          </p:txBody>
        </p:sp>
      </p:grpSp>
      <p:grpSp>
        <p:nvGrpSpPr>
          <p:cNvPr id="11" name="Group 11"/>
          <p:cNvGrpSpPr/>
          <p:nvPr/>
        </p:nvGrpSpPr>
        <p:grpSpPr>
          <a:xfrm>
            <a:off x="7763702" y="1348112"/>
            <a:ext cx="9911367" cy="3254483"/>
            <a:chOff x="0" y="-38100"/>
            <a:chExt cx="2606150" cy="850900"/>
          </a:xfrm>
        </p:grpSpPr>
        <p:sp>
          <p:nvSpPr>
            <p:cNvPr id="12" name="Freeform 12"/>
            <p:cNvSpPr/>
            <p:nvPr/>
          </p:nvSpPr>
          <p:spPr>
            <a:xfrm>
              <a:off x="0" y="42816"/>
              <a:ext cx="2560888" cy="747406"/>
            </a:xfrm>
            <a:custGeom>
              <a:avLst/>
              <a:gdLst/>
              <a:ahLst/>
              <a:cxnLst/>
              <a:rect l="l" t="t" r="r" b="b"/>
              <a:pathLst>
                <a:path w="2606150" h="812800">
                  <a:moveTo>
                    <a:pt x="0" y="0"/>
                  </a:moveTo>
                  <a:lnTo>
                    <a:pt x="2606150" y="0"/>
                  </a:lnTo>
                  <a:lnTo>
                    <a:pt x="2606150" y="812800"/>
                  </a:lnTo>
                  <a:lnTo>
                    <a:pt x="0" y="812800"/>
                  </a:lnTo>
                  <a:close/>
                </a:path>
              </a:pathLst>
            </a:custGeom>
            <a:solidFill>
              <a:srgbClr val="C8D1D9"/>
            </a:solidFill>
          </p:spPr>
        </p:sp>
        <p:sp>
          <p:nvSpPr>
            <p:cNvPr id="13" name="TextBox 13"/>
            <p:cNvSpPr txBox="1"/>
            <p:nvPr/>
          </p:nvSpPr>
          <p:spPr>
            <a:xfrm>
              <a:off x="0" y="-38100"/>
              <a:ext cx="2606150" cy="850900"/>
            </a:xfrm>
            <a:prstGeom prst="rect">
              <a:avLst/>
            </a:prstGeom>
          </p:spPr>
          <p:txBody>
            <a:bodyPr lIns="50800" tIns="50800" rIns="50800" bIns="50800" rtlCol="0" anchor="ctr"/>
            <a:lstStyle/>
            <a:p>
              <a:pPr algn="ctr">
                <a:lnSpc>
                  <a:spcPts val="2250"/>
                </a:lnSpc>
              </a:pPr>
              <a:endParaRPr/>
            </a:p>
          </p:txBody>
        </p:sp>
      </p:grpSp>
      <p:sp>
        <p:nvSpPr>
          <p:cNvPr id="14" name="Freeform 14"/>
          <p:cNvSpPr/>
          <p:nvPr/>
        </p:nvSpPr>
        <p:spPr>
          <a:xfrm>
            <a:off x="8075151" y="1800926"/>
            <a:ext cx="2137698" cy="1311081"/>
          </a:xfrm>
          <a:custGeom>
            <a:avLst/>
            <a:gdLst/>
            <a:ahLst/>
            <a:cxnLst/>
            <a:rect l="l" t="t" r="r" b="b"/>
            <a:pathLst>
              <a:path w="2137698" h="1311081">
                <a:moveTo>
                  <a:pt x="0" y="0"/>
                </a:moveTo>
                <a:lnTo>
                  <a:pt x="2137699" y="0"/>
                </a:lnTo>
                <a:lnTo>
                  <a:pt x="2137699" y="1311082"/>
                </a:lnTo>
                <a:lnTo>
                  <a:pt x="0" y="1311082"/>
                </a:lnTo>
                <a:lnTo>
                  <a:pt x="0" y="0"/>
                </a:lnTo>
                <a:close/>
              </a:path>
            </a:pathLst>
          </a:custGeom>
          <a:blipFill>
            <a:blip r:embed="rId3"/>
            <a:stretch>
              <a:fillRect/>
            </a:stretch>
          </a:blipFill>
        </p:spPr>
      </p:sp>
      <p:sp>
        <p:nvSpPr>
          <p:cNvPr id="15" name="Freeform 15"/>
          <p:cNvSpPr/>
          <p:nvPr/>
        </p:nvSpPr>
        <p:spPr>
          <a:xfrm>
            <a:off x="10977257" y="1800926"/>
            <a:ext cx="3320483" cy="1311080"/>
          </a:xfrm>
          <a:custGeom>
            <a:avLst/>
            <a:gdLst/>
            <a:ahLst/>
            <a:cxnLst/>
            <a:rect l="l" t="t" r="r" b="b"/>
            <a:pathLst>
              <a:path w="3320483" h="1263906">
                <a:moveTo>
                  <a:pt x="0" y="0"/>
                </a:moveTo>
                <a:lnTo>
                  <a:pt x="3320483" y="0"/>
                </a:lnTo>
                <a:lnTo>
                  <a:pt x="3320483" y="1263905"/>
                </a:lnTo>
                <a:lnTo>
                  <a:pt x="0" y="1263905"/>
                </a:lnTo>
                <a:lnTo>
                  <a:pt x="0" y="0"/>
                </a:lnTo>
                <a:close/>
              </a:path>
            </a:pathLst>
          </a:custGeom>
          <a:blipFill>
            <a:blip r:embed="rId4"/>
            <a:stretch>
              <a:fillRect b="-3315"/>
            </a:stretch>
          </a:blipFill>
        </p:spPr>
      </p:sp>
      <p:sp>
        <p:nvSpPr>
          <p:cNvPr id="16" name="Freeform 16"/>
          <p:cNvSpPr/>
          <p:nvPr/>
        </p:nvSpPr>
        <p:spPr>
          <a:xfrm>
            <a:off x="15363417" y="1800927"/>
            <a:ext cx="1737228" cy="1311080"/>
          </a:xfrm>
          <a:custGeom>
            <a:avLst/>
            <a:gdLst/>
            <a:ahLst/>
            <a:cxnLst/>
            <a:rect l="l" t="t" r="r" b="b"/>
            <a:pathLst>
              <a:path w="1116546" h="1577343">
                <a:moveTo>
                  <a:pt x="0" y="0"/>
                </a:moveTo>
                <a:lnTo>
                  <a:pt x="1116546" y="0"/>
                </a:lnTo>
                <a:lnTo>
                  <a:pt x="1116546" y="1577343"/>
                </a:lnTo>
                <a:lnTo>
                  <a:pt x="0" y="1577343"/>
                </a:lnTo>
                <a:lnTo>
                  <a:pt x="0" y="0"/>
                </a:lnTo>
                <a:close/>
              </a:path>
            </a:pathLst>
          </a:custGeom>
          <a:blipFill>
            <a:blip r:embed="rId5"/>
            <a:stretch>
              <a:fillRect/>
            </a:stretch>
          </a:blipFill>
        </p:spPr>
      </p:sp>
      <p:grpSp>
        <p:nvGrpSpPr>
          <p:cNvPr id="17" name="Group 17"/>
          <p:cNvGrpSpPr/>
          <p:nvPr/>
        </p:nvGrpSpPr>
        <p:grpSpPr>
          <a:xfrm>
            <a:off x="14670129" y="2248"/>
            <a:ext cx="3374774" cy="1593504"/>
            <a:chOff x="0" y="0"/>
            <a:chExt cx="4499699" cy="2124672"/>
          </a:xfrm>
        </p:grpSpPr>
        <p:sp>
          <p:nvSpPr>
            <p:cNvPr id="18" name="Freeform 18"/>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6"/>
              <a:stretch>
                <a:fillRect r="-1" b="1"/>
              </a:stretch>
            </a:blipFill>
          </p:spPr>
        </p:sp>
      </p:grpSp>
      <p:sp>
        <p:nvSpPr>
          <p:cNvPr id="20" name="TextBox 20"/>
          <p:cNvSpPr txBox="1"/>
          <p:nvPr/>
        </p:nvSpPr>
        <p:spPr>
          <a:xfrm>
            <a:off x="8987141" y="1216840"/>
            <a:ext cx="5897212" cy="410369"/>
          </a:xfrm>
          <a:prstGeom prst="rect">
            <a:avLst/>
          </a:prstGeom>
        </p:spPr>
        <p:txBody>
          <a:bodyPr wrap="square" lIns="0" tIns="0" rIns="0" bIns="0" rtlCol="0" anchor="t">
            <a:spAutoFit/>
          </a:bodyPr>
          <a:lstStyle/>
          <a:p>
            <a:pPr algn="ctr">
              <a:lnSpc>
                <a:spcPts val="3209"/>
              </a:lnSpc>
              <a:spcBef>
                <a:spcPct val="0"/>
              </a:spcBef>
            </a:pPr>
            <a:r>
              <a:rPr lang="en-US" sz="2674" b="1">
                <a:solidFill>
                  <a:srgbClr val="C1571A"/>
                </a:solidFill>
                <a:latin typeface="Calibri (MS) Bold"/>
                <a:ea typeface="Calibri (MS) Bold"/>
                <a:cs typeface="Calibri (MS) Bold"/>
                <a:sym typeface="Calibri (MS) Bold"/>
              </a:rPr>
              <a:t>REFERENCE PLATFORMS &amp; MODELS</a:t>
            </a:r>
          </a:p>
        </p:txBody>
      </p:sp>
      <p:sp>
        <p:nvSpPr>
          <p:cNvPr id="21" name="TextBox 21"/>
          <p:cNvSpPr txBox="1"/>
          <p:nvPr/>
        </p:nvSpPr>
        <p:spPr>
          <a:xfrm>
            <a:off x="5195091" y="185234"/>
            <a:ext cx="8760479" cy="683842"/>
          </a:xfrm>
          <a:prstGeom prst="rect">
            <a:avLst/>
          </a:prstGeom>
        </p:spPr>
        <p:txBody>
          <a:bodyPr wrap="square" lIns="0" tIns="0" rIns="0" bIns="0" rtlCol="0" anchor="t">
            <a:spAutoFit/>
          </a:bodyPr>
          <a:lstStyle/>
          <a:p>
            <a:pPr algn="ctr">
              <a:lnSpc>
                <a:spcPts val="5489"/>
              </a:lnSpc>
              <a:spcBef>
                <a:spcPct val="0"/>
              </a:spcBef>
            </a:pPr>
            <a:r>
              <a:rPr lang="en-US" sz="4550" b="1">
                <a:latin typeface="Calibri (MS) Bold"/>
                <a:ea typeface="Calibri (MS) Bold"/>
                <a:cs typeface="Calibri (MS) Bold"/>
                <a:sym typeface="Calibri (MS) Bold"/>
              </a:rPr>
              <a:t>RESEARCH AND REFERENCES</a:t>
            </a:r>
            <a:endParaRPr lang="en-US" sz="4550" b="1">
              <a:latin typeface="Calibri (MS) Bold"/>
              <a:ea typeface="Calibri (MS) Bold"/>
              <a:cs typeface="Calibri (MS) Bold"/>
            </a:endParaRPr>
          </a:p>
        </p:txBody>
      </p:sp>
      <p:sp>
        <p:nvSpPr>
          <p:cNvPr id="23" name="TextBox 23"/>
          <p:cNvSpPr txBox="1"/>
          <p:nvPr/>
        </p:nvSpPr>
        <p:spPr>
          <a:xfrm>
            <a:off x="7825029" y="3499133"/>
            <a:ext cx="2680946" cy="512961"/>
          </a:xfrm>
          <a:prstGeom prst="rect">
            <a:avLst/>
          </a:prstGeom>
        </p:spPr>
        <p:txBody>
          <a:bodyPr wrap="square" lIns="0" tIns="0" rIns="0" bIns="0" rtlCol="0" anchor="t">
            <a:spAutoFit/>
          </a:bodyPr>
          <a:lstStyle/>
          <a:p>
            <a:pPr algn="ctr">
              <a:lnSpc>
                <a:spcPts val="2010"/>
              </a:lnSpc>
              <a:spcBef>
                <a:spcPct val="0"/>
              </a:spcBef>
            </a:pPr>
            <a:r>
              <a:rPr lang="en-US" b="1">
                <a:solidFill>
                  <a:srgbClr val="000000"/>
                </a:solidFill>
                <a:latin typeface="Calibri (MS) Bold"/>
                <a:ea typeface="Calibri (MS) Bold"/>
                <a:cs typeface="Calibri (MS) Bold"/>
                <a:sym typeface="Calibri (MS) Bold"/>
              </a:rPr>
              <a:t>Local household service discovery &amp; booking model</a:t>
            </a:r>
            <a:endParaRPr lang="en-US" b="1">
              <a:solidFill>
                <a:srgbClr val="000000"/>
              </a:solidFill>
              <a:latin typeface="Calibri (MS) Bold"/>
              <a:ea typeface="Calibri (MS) Bold"/>
              <a:cs typeface="Calibri (MS) Bold"/>
            </a:endParaRPr>
          </a:p>
        </p:txBody>
      </p:sp>
      <p:sp>
        <p:nvSpPr>
          <p:cNvPr id="24" name="TextBox 24"/>
          <p:cNvSpPr txBox="1"/>
          <p:nvPr/>
        </p:nvSpPr>
        <p:spPr>
          <a:xfrm>
            <a:off x="11008769" y="3499133"/>
            <a:ext cx="3320483" cy="769441"/>
          </a:xfrm>
          <a:prstGeom prst="rect">
            <a:avLst/>
          </a:prstGeom>
        </p:spPr>
        <p:txBody>
          <a:bodyPr lIns="0" tIns="0" rIns="0" bIns="0" rtlCol="0" anchor="t">
            <a:spAutoFit/>
          </a:bodyPr>
          <a:lstStyle/>
          <a:p>
            <a:pPr algn="ctr">
              <a:lnSpc>
                <a:spcPts val="2010"/>
              </a:lnSpc>
              <a:spcBef>
                <a:spcPct val="0"/>
              </a:spcBef>
            </a:pPr>
            <a:r>
              <a:rPr lang="en-US" b="1">
                <a:solidFill>
                  <a:srgbClr val="000000"/>
                </a:solidFill>
                <a:latin typeface="Calibri (MS) Bold"/>
                <a:ea typeface="Calibri (MS) Bold"/>
                <a:cs typeface="Calibri (MS) Bold"/>
                <a:sym typeface="Calibri (MS) Bold"/>
              </a:rPr>
              <a:t>Open digital commerce and decentralized marketplace ecosystem</a:t>
            </a:r>
            <a:endParaRPr lang="en-US" b="1">
              <a:solidFill>
                <a:srgbClr val="000000"/>
              </a:solidFill>
              <a:latin typeface="Calibri (MS) Bold"/>
              <a:ea typeface="Calibri (MS) Bold"/>
              <a:cs typeface="Calibri (MS) Bold"/>
            </a:endParaRPr>
          </a:p>
        </p:txBody>
      </p:sp>
      <p:sp>
        <p:nvSpPr>
          <p:cNvPr id="25" name="TextBox 25"/>
          <p:cNvSpPr txBox="1"/>
          <p:nvPr/>
        </p:nvSpPr>
        <p:spPr>
          <a:xfrm>
            <a:off x="14497995" y="3499133"/>
            <a:ext cx="2819370" cy="769441"/>
          </a:xfrm>
          <a:prstGeom prst="rect">
            <a:avLst/>
          </a:prstGeom>
        </p:spPr>
        <p:txBody>
          <a:bodyPr wrap="square" lIns="0" tIns="0" rIns="0" bIns="0" rtlCol="0" anchor="t">
            <a:spAutoFit/>
          </a:bodyPr>
          <a:lstStyle/>
          <a:p>
            <a:pPr algn="ctr">
              <a:lnSpc>
                <a:spcPts val="2010"/>
              </a:lnSpc>
              <a:spcBef>
                <a:spcPct val="0"/>
              </a:spcBef>
            </a:pPr>
            <a:r>
              <a:rPr lang="en-US" b="1">
                <a:solidFill>
                  <a:srgbClr val="000000"/>
                </a:solidFill>
                <a:latin typeface="Calibri (MS) Bold"/>
                <a:ea typeface="Calibri (MS) Bold"/>
                <a:cs typeface="Calibri (MS) Bold"/>
                <a:sym typeface="Calibri (MS) Bold"/>
              </a:rPr>
              <a:t>Understanding opportunities and challenges for platform workers</a:t>
            </a:r>
            <a:endParaRPr lang="en-US" b="1">
              <a:solidFill>
                <a:srgbClr val="000000"/>
              </a:solidFill>
              <a:latin typeface="Calibri (MS) Bold"/>
              <a:ea typeface="Calibri (MS) Bold"/>
              <a:cs typeface="Calibri (MS) Bold"/>
            </a:endParaRPr>
          </a:p>
        </p:txBody>
      </p:sp>
      <p:sp>
        <p:nvSpPr>
          <p:cNvPr id="26" name="TextBox 26"/>
          <p:cNvSpPr txBox="1"/>
          <p:nvPr/>
        </p:nvSpPr>
        <p:spPr>
          <a:xfrm>
            <a:off x="-285146" y="1612600"/>
            <a:ext cx="5632784" cy="410369"/>
          </a:xfrm>
          <a:prstGeom prst="rect">
            <a:avLst/>
          </a:prstGeom>
        </p:spPr>
        <p:txBody>
          <a:bodyPr wrap="square" lIns="0" tIns="0" rIns="0" bIns="0" rtlCol="0" anchor="t">
            <a:spAutoFit/>
          </a:bodyPr>
          <a:lstStyle/>
          <a:p>
            <a:pPr algn="ctr">
              <a:lnSpc>
                <a:spcPts val="3209"/>
              </a:lnSpc>
              <a:spcBef>
                <a:spcPct val="0"/>
              </a:spcBef>
            </a:pPr>
            <a:r>
              <a:rPr lang="en-US" sz="2674" b="1">
                <a:solidFill>
                  <a:schemeClr val="accent2">
                    <a:lumMod val="75000"/>
                  </a:schemeClr>
                </a:solidFill>
                <a:latin typeface="Calibri (MS) Bold"/>
                <a:ea typeface="Calibri (MS) Bold"/>
                <a:cs typeface="Calibri (MS) Bold"/>
                <a:sym typeface="Calibri (MS) Bold"/>
              </a:rPr>
              <a:t>RESEARCH ARTICLES &amp; SOURCES</a:t>
            </a:r>
          </a:p>
        </p:txBody>
      </p:sp>
      <p:sp>
        <p:nvSpPr>
          <p:cNvPr id="27" name="TextBox 27"/>
          <p:cNvSpPr txBox="1"/>
          <p:nvPr/>
        </p:nvSpPr>
        <p:spPr>
          <a:xfrm>
            <a:off x="268834" y="2114611"/>
            <a:ext cx="7382354" cy="5601533"/>
          </a:xfrm>
          <a:prstGeom prst="rect">
            <a:avLst/>
          </a:prstGeom>
        </p:spPr>
        <p:txBody>
          <a:bodyPr wrap="square" lIns="0" tIns="0" rIns="0" bIns="0" rtlCol="0" anchor="t">
            <a:spAutoFit/>
          </a:bodyPr>
          <a:lstStyle/>
          <a:p>
            <a:pPr lvl="0"/>
            <a:r>
              <a:rPr lang="en-IN" sz="2000" b="1">
                <a:solidFill>
                  <a:schemeClr val="tx2"/>
                </a:solidFill>
              </a:rPr>
              <a:t>International Labour Organization (ILO)</a:t>
            </a:r>
            <a:r>
              <a:rPr lang="en-IN" sz="2000">
                <a:solidFill>
                  <a:schemeClr val="tx2"/>
                </a:solidFill>
              </a:rPr>
              <a:t> </a:t>
            </a:r>
            <a:r>
              <a:rPr lang="en-IN" sz="2000"/>
              <a:t>– </a:t>
            </a:r>
            <a:r>
              <a:rPr lang="en-IN" sz="2000" i="1"/>
              <a:t>Digital Labour Platforms and the Future of Work: Towards Decent Work in the Online World</a:t>
            </a:r>
            <a:r>
              <a:rPr lang="en-IN" sz="2000"/>
              <a:t> (2018) </a:t>
            </a:r>
            <a:endParaRPr lang="en-IN" sz="2000">
              <a:ea typeface="Calibri"/>
              <a:cs typeface="Calibri"/>
            </a:endParaRPr>
          </a:p>
          <a:p>
            <a:pPr lvl="0"/>
            <a:r>
              <a:rPr lang="en-IN" sz="2000" b="1">
                <a:solidFill>
                  <a:schemeClr val="tx2"/>
                </a:solidFill>
              </a:rPr>
              <a:t>International Labour Organization (ILO)</a:t>
            </a:r>
            <a:r>
              <a:rPr lang="en-IN" sz="2000"/>
              <a:t> – </a:t>
            </a:r>
            <a:r>
              <a:rPr lang="en-IN" sz="2000" i="1"/>
              <a:t>World Employment and Social Outlook 2021: The Role of Digital Labour Platforms in Transforming the World of Work</a:t>
            </a:r>
            <a:r>
              <a:rPr lang="en-IN" sz="2000"/>
              <a:t> </a:t>
            </a:r>
            <a:endParaRPr lang="en-IN" sz="2000">
              <a:ea typeface="Calibri"/>
              <a:cs typeface="Calibri"/>
            </a:endParaRPr>
          </a:p>
          <a:p>
            <a:pPr lvl="0"/>
            <a:r>
              <a:rPr lang="en-IN" sz="2000" b="1">
                <a:solidFill>
                  <a:schemeClr val="tx2"/>
                </a:solidFill>
              </a:rPr>
              <a:t>International Labour Organization (ILO)</a:t>
            </a:r>
            <a:r>
              <a:rPr lang="en-IN" sz="2000"/>
              <a:t> – </a:t>
            </a:r>
            <a:r>
              <a:rPr lang="en-IN" sz="2000" i="1"/>
              <a:t>Expansion of the Gig and Platform Economy in India: Opportunities for Employer and Business Member Organizations</a:t>
            </a:r>
            <a:r>
              <a:rPr lang="en-IN" sz="2000"/>
              <a:t> (2024) </a:t>
            </a:r>
            <a:endParaRPr lang="en-IN" sz="2000">
              <a:ea typeface="Calibri"/>
              <a:cs typeface="Calibri"/>
            </a:endParaRPr>
          </a:p>
          <a:p>
            <a:pPr lvl="0"/>
            <a:r>
              <a:rPr lang="en-IN" sz="2000" b="1">
                <a:solidFill>
                  <a:schemeClr val="tx2"/>
                </a:solidFill>
              </a:rPr>
              <a:t>NITI Aayog</a:t>
            </a:r>
            <a:r>
              <a:rPr lang="en-IN" sz="2000">
                <a:solidFill>
                  <a:schemeClr val="tx2"/>
                </a:solidFill>
              </a:rPr>
              <a:t> </a:t>
            </a:r>
            <a:r>
              <a:rPr lang="en-IN" sz="2000"/>
              <a:t>– </a:t>
            </a:r>
            <a:r>
              <a:rPr lang="en-IN" sz="2000" i="1"/>
              <a:t>India's Booming Gig and Platform Economy: Perspectives and Recommendations on the Future of Work</a:t>
            </a:r>
            <a:r>
              <a:rPr lang="en-IN" sz="2000"/>
              <a:t> (2022) </a:t>
            </a:r>
            <a:endParaRPr lang="en-IN" sz="2000">
              <a:ea typeface="Calibri"/>
              <a:cs typeface="Calibri"/>
            </a:endParaRPr>
          </a:p>
          <a:p>
            <a:endParaRPr lang="en-IN" sz="2000">
              <a:ea typeface="Calibri"/>
              <a:cs typeface="Calibri"/>
            </a:endParaRPr>
          </a:p>
          <a:p>
            <a:r>
              <a:rPr lang="en-IN" sz="2800" b="1">
                <a:solidFill>
                  <a:schemeClr val="accent2">
                    <a:lumMod val="75000"/>
                  </a:schemeClr>
                </a:solidFill>
              </a:rPr>
              <a:t>Government &amp; Policy Sources</a:t>
            </a:r>
            <a:endParaRPr lang="en-IN" sz="2800" b="1">
              <a:solidFill>
                <a:schemeClr val="accent2">
                  <a:lumMod val="75000"/>
                </a:schemeClr>
              </a:solidFill>
              <a:ea typeface="Calibri"/>
              <a:cs typeface="Calibri"/>
            </a:endParaRPr>
          </a:p>
          <a:p>
            <a:pPr lvl="0"/>
            <a:r>
              <a:rPr lang="en-IN" sz="2000" b="1">
                <a:solidFill>
                  <a:schemeClr val="tx2"/>
                </a:solidFill>
              </a:rPr>
              <a:t>Ministry of Cooperation, Government of India</a:t>
            </a:r>
            <a:r>
              <a:rPr lang="en-IN" sz="2000"/>
              <a:t> – </a:t>
            </a:r>
            <a:r>
              <a:rPr lang="en-IN" sz="2000" i="1"/>
              <a:t>Our Vision</a:t>
            </a:r>
            <a:r>
              <a:rPr lang="en-IN" sz="2000"/>
              <a:t> </a:t>
            </a:r>
            <a:endParaRPr lang="en-IN" sz="2000">
              <a:ea typeface="Calibri"/>
              <a:cs typeface="Calibri"/>
            </a:endParaRPr>
          </a:p>
          <a:p>
            <a:pPr lvl="0"/>
            <a:r>
              <a:rPr lang="en-IN" sz="2000" b="1">
                <a:solidFill>
                  <a:schemeClr val="tx2"/>
                </a:solidFill>
              </a:rPr>
              <a:t>Ministry of Cooperation, Government of India</a:t>
            </a:r>
            <a:r>
              <a:rPr lang="en-IN" sz="2000"/>
              <a:t> – </a:t>
            </a:r>
            <a:r>
              <a:rPr lang="en-IN" sz="2000" i="1"/>
              <a:t>FAQs / Cooperative Principles</a:t>
            </a:r>
            <a:r>
              <a:rPr lang="en-IN" sz="2000"/>
              <a:t> </a:t>
            </a:r>
            <a:endParaRPr lang="en-IN" sz="2000">
              <a:ea typeface="Calibri"/>
              <a:cs typeface="Calibri"/>
            </a:endParaRPr>
          </a:p>
          <a:p>
            <a:pPr lvl="0"/>
            <a:r>
              <a:rPr lang="en-IN" sz="2000" b="1">
                <a:solidFill>
                  <a:schemeClr val="tx2"/>
                </a:solidFill>
              </a:rPr>
              <a:t>Ministry of Labour &amp; Employment, Government of India</a:t>
            </a:r>
            <a:r>
              <a:rPr lang="en-IN" sz="2000">
                <a:solidFill>
                  <a:schemeClr val="tx2"/>
                </a:solidFill>
              </a:rPr>
              <a:t> </a:t>
            </a:r>
            <a:r>
              <a:rPr lang="en-IN" sz="2000"/>
              <a:t>– </a:t>
            </a:r>
            <a:r>
              <a:rPr lang="en-IN" sz="2000" i="1"/>
              <a:t>Social Protection for Gig and Platform Workers</a:t>
            </a:r>
            <a:r>
              <a:rPr lang="en-IN" sz="2000"/>
              <a:t> </a:t>
            </a:r>
            <a:endParaRPr lang="en-IN" sz="2000">
              <a:ea typeface="Calibri"/>
              <a:cs typeface="Calibri"/>
            </a:endParaRPr>
          </a:p>
          <a:p>
            <a:pPr lvl="0"/>
            <a:endParaRPr lang="en-IN" sz="1600">
              <a:ea typeface="Calibri"/>
              <a:cs typeface="Calibri"/>
            </a:endParaRPr>
          </a:p>
        </p:txBody>
      </p:sp>
      <p:grpSp>
        <p:nvGrpSpPr>
          <p:cNvPr id="28" name="Group 28"/>
          <p:cNvGrpSpPr/>
          <p:nvPr/>
        </p:nvGrpSpPr>
        <p:grpSpPr>
          <a:xfrm>
            <a:off x="240706" y="174474"/>
            <a:ext cx="2027549" cy="1249051"/>
            <a:chOff x="0" y="0"/>
            <a:chExt cx="2703398" cy="1665402"/>
          </a:xfrm>
        </p:grpSpPr>
        <p:sp>
          <p:nvSpPr>
            <p:cNvPr id="29" name="Freeform 29" descr="Your startup LOGO"/>
            <p:cNvSpPr/>
            <p:nvPr/>
          </p:nvSpPr>
          <p:spPr>
            <a:xfrm>
              <a:off x="0" y="0"/>
              <a:ext cx="2703449" cy="1665478"/>
            </a:xfrm>
            <a:custGeom>
              <a:avLst/>
              <a:gdLst/>
              <a:ahLst/>
              <a:cxnLst/>
              <a:rect l="l" t="t" r="r" b="b"/>
              <a:pathLst>
                <a:path w="2703449" h="1665478">
                  <a:moveTo>
                    <a:pt x="0" y="832739"/>
                  </a:moveTo>
                  <a:cubicBezTo>
                    <a:pt x="0" y="372872"/>
                    <a:pt x="605155" y="0"/>
                    <a:pt x="1351661" y="0"/>
                  </a:cubicBezTo>
                  <a:cubicBezTo>
                    <a:pt x="2098167" y="0"/>
                    <a:pt x="2703449" y="372872"/>
                    <a:pt x="2703449" y="832739"/>
                  </a:cubicBezTo>
                  <a:cubicBezTo>
                    <a:pt x="2703449" y="1292606"/>
                    <a:pt x="2098294" y="1665478"/>
                    <a:pt x="1351788" y="1665478"/>
                  </a:cubicBezTo>
                  <a:cubicBezTo>
                    <a:pt x="605282" y="1665478"/>
                    <a:pt x="0" y="1292606"/>
                    <a:pt x="0" y="832739"/>
                  </a:cubicBezTo>
                  <a:close/>
                </a:path>
              </a:pathLst>
            </a:custGeom>
            <a:solidFill>
              <a:srgbClr val="FFFFFF"/>
            </a:solidFill>
            <a:ln w="38100" cap="sq">
              <a:solidFill>
                <a:srgbClr val="8064A2"/>
              </a:solidFill>
              <a:prstDash val="solid"/>
              <a:miter/>
            </a:ln>
          </p:spPr>
        </p:sp>
        <p:sp>
          <p:nvSpPr>
            <p:cNvPr id="30" name="TextBox 30"/>
            <p:cNvSpPr txBox="1"/>
            <p:nvPr/>
          </p:nvSpPr>
          <p:spPr>
            <a:xfrm>
              <a:off x="0" y="-57150"/>
              <a:ext cx="2703398" cy="1722552"/>
            </a:xfrm>
            <a:prstGeom prst="rect">
              <a:avLst/>
            </a:prstGeom>
          </p:spPr>
          <p:txBody>
            <a:bodyPr lIns="50800" tIns="50800" rIns="50800" bIns="50800" rtlCol="0" anchor="ctr"/>
            <a:lstStyle/>
            <a:p>
              <a:pPr algn="ctr">
                <a:lnSpc>
                  <a:spcPts val="3240"/>
                </a:lnSpc>
              </a:pPr>
              <a:r>
                <a:rPr lang="en-US" sz="2700">
                  <a:solidFill>
                    <a:srgbClr val="000000"/>
                  </a:solidFill>
                  <a:latin typeface="Calibri (MS)"/>
                  <a:ea typeface="Calibri (MS)"/>
                  <a:cs typeface="Calibri (MS)"/>
                  <a:sym typeface="Calibri (MS)"/>
                </a:rPr>
                <a:t>TECH NOVA</a:t>
              </a:r>
            </a:p>
          </p:txBody>
        </p:sp>
      </p:grpSp>
      <p:sp>
        <p:nvSpPr>
          <p:cNvPr id="31" name="TextBox 30">
            <a:extLst>
              <a:ext uri="{FF2B5EF4-FFF2-40B4-BE49-F238E27FC236}">
                <a16:creationId xmlns:a16="http://schemas.microsoft.com/office/drawing/2014/main" id="{1E5F5D9C-CA3E-B02A-44F2-92E492A136AB}"/>
              </a:ext>
            </a:extLst>
          </p:cNvPr>
          <p:cNvSpPr txBox="1"/>
          <p:nvPr/>
        </p:nvSpPr>
        <p:spPr>
          <a:xfrm>
            <a:off x="7681814" y="4635522"/>
            <a:ext cx="10678206" cy="3970318"/>
          </a:xfrm>
          <a:prstGeom prst="rect">
            <a:avLst/>
          </a:prstGeom>
          <a:noFill/>
        </p:spPr>
        <p:txBody>
          <a:bodyPr wrap="square" rtlCol="0">
            <a:spAutoFit/>
          </a:bodyPr>
          <a:lstStyle/>
          <a:p>
            <a:pPr marL="285750" indent="-285750">
              <a:buFont typeface="Wingdings" panose="05000000000000000000" pitchFamily="2" charset="2"/>
              <a:buChar char="Ø"/>
            </a:pPr>
            <a:r>
              <a:rPr lang="en-IN" b="1"/>
              <a:t>ILO – Digital Labour Platforms and the Future of Work</a:t>
            </a:r>
            <a:br>
              <a:rPr lang="en-IN"/>
            </a:br>
            <a:r>
              <a:rPr lang="en-IN">
                <a:hlinkClick r:id="rId7"/>
              </a:rPr>
              <a:t>https://www.ilo.org/publications/digital-labour-platforms-and-future-work-towards-decent-work-online-world</a:t>
            </a:r>
            <a:r>
              <a:rPr lang="en-IN"/>
              <a:t> </a:t>
            </a:r>
          </a:p>
          <a:p>
            <a:pPr marL="285750" lvl="0" indent="-285750">
              <a:buFont typeface="Wingdings" panose="05000000000000000000" pitchFamily="2" charset="2"/>
              <a:buChar char="Ø"/>
            </a:pPr>
            <a:r>
              <a:rPr lang="en-IN" b="1"/>
              <a:t>ILO – World Employment and Social Outlook 2021</a:t>
            </a:r>
            <a:br>
              <a:rPr lang="en-IN"/>
            </a:br>
            <a:r>
              <a:rPr lang="en-IN">
                <a:hlinkClick r:id="rId7"/>
              </a:rPr>
              <a:t>https://www.ilo.org/publications/flagship-reports/role-digital-labour-platforms-transforming-world-work</a:t>
            </a:r>
            <a:r>
              <a:rPr lang="en-IN"/>
              <a:t> </a:t>
            </a:r>
          </a:p>
          <a:p>
            <a:pPr marL="285750" lvl="0" indent="-285750">
              <a:buFont typeface="Wingdings" panose="05000000000000000000" pitchFamily="2" charset="2"/>
              <a:buChar char="Ø"/>
            </a:pPr>
            <a:r>
              <a:rPr lang="en-IN" b="1"/>
              <a:t>ILO – Expansion of the Gig and Platform Economy in India</a:t>
            </a:r>
            <a:br>
              <a:rPr lang="en-IN"/>
            </a:br>
            <a:r>
              <a:rPr lang="en-IN">
                <a:hlinkClick r:id="rId8"/>
              </a:rPr>
              <a:t>https://www.ilo.org/publications/expansion-gig-and-platform-economy-india-opportunities-employer-and</a:t>
            </a:r>
            <a:r>
              <a:rPr lang="en-IN"/>
              <a:t> </a:t>
            </a:r>
          </a:p>
          <a:p>
            <a:pPr marL="285750" lvl="0" indent="-285750">
              <a:buFont typeface="Wingdings" panose="05000000000000000000" pitchFamily="2" charset="2"/>
              <a:buChar char="Ø"/>
            </a:pPr>
            <a:r>
              <a:rPr lang="en-IN" b="1"/>
              <a:t>NITI Aayog – India's Booming Gig and Platform Economy</a:t>
            </a:r>
            <a:br>
              <a:rPr lang="en-IN"/>
            </a:br>
            <a:r>
              <a:rPr lang="en-IN">
                <a:hlinkClick r:id="rId9"/>
              </a:rPr>
              <a:t>https://www.niti.gov.in/node/375</a:t>
            </a:r>
            <a:r>
              <a:rPr lang="en-IN"/>
              <a:t> </a:t>
            </a:r>
          </a:p>
          <a:p>
            <a:pPr marL="285750" lvl="0" indent="-285750">
              <a:buFont typeface="Wingdings" panose="05000000000000000000" pitchFamily="2" charset="2"/>
              <a:buChar char="Ø"/>
            </a:pPr>
            <a:r>
              <a:rPr lang="en-IN" b="1"/>
              <a:t>Ministry of Cooperation – Our Vision</a:t>
            </a:r>
            <a:br>
              <a:rPr lang="en-IN"/>
            </a:br>
            <a:r>
              <a:rPr lang="en-IN">
                <a:hlinkClick r:id="rId10"/>
              </a:rPr>
              <a:t>https://www.cooperation.gov.in/our-vision</a:t>
            </a:r>
            <a:r>
              <a:rPr lang="en-IN"/>
              <a:t> </a:t>
            </a:r>
          </a:p>
          <a:p>
            <a:pPr marL="285750" lvl="0" indent="-285750">
              <a:buFont typeface="Wingdings" panose="05000000000000000000" pitchFamily="2" charset="2"/>
              <a:buChar char="Ø"/>
            </a:pPr>
            <a:r>
              <a:rPr lang="en-IN" b="1"/>
              <a:t>Ministry of Labour &amp; Employment – Social Protection for Gig and Platform Workers</a:t>
            </a:r>
            <a:br>
              <a:rPr lang="en-IN"/>
            </a:br>
            <a:r>
              <a:rPr lang="en-IN">
                <a:hlinkClick r:id="rId11"/>
              </a:rPr>
              <a:t>https://labour.gov.in</a:t>
            </a:r>
            <a:endParaRPr lang="en-IN"/>
          </a:p>
          <a:p>
            <a:endParaRPr lang="en-IN"/>
          </a:p>
        </p:txBody>
      </p:sp>
      <p:sp>
        <p:nvSpPr>
          <p:cNvPr id="34" name="TextBox 33">
            <a:extLst>
              <a:ext uri="{FF2B5EF4-FFF2-40B4-BE49-F238E27FC236}">
                <a16:creationId xmlns:a16="http://schemas.microsoft.com/office/drawing/2014/main" id="{CA85AAAD-CD23-45F4-C1AC-A78CB19F81BE}"/>
              </a:ext>
            </a:extLst>
          </p:cNvPr>
          <p:cNvSpPr txBox="1"/>
          <p:nvPr/>
        </p:nvSpPr>
        <p:spPr>
          <a:xfrm>
            <a:off x="1627402" y="8628353"/>
            <a:ext cx="14777206" cy="707886"/>
          </a:xfrm>
          <a:prstGeom prst="rect">
            <a:avLst/>
          </a:prstGeom>
          <a:noFill/>
        </p:spPr>
        <p:txBody>
          <a:bodyPr wrap="square" lIns="91440" tIns="45720" rIns="91440" bIns="45720" anchor="t">
            <a:spAutoFit/>
          </a:bodyPr>
          <a:lstStyle/>
          <a:p>
            <a:pPr algn="ctr"/>
            <a:r>
              <a:rPr lang="en-IN" sz="2000" b="1">
                <a:solidFill>
                  <a:schemeClr val="bg1"/>
                </a:solidFill>
              </a:rPr>
              <a:t>Our research showed that existing gig platforms mainly focus on customers, while cooperative workers need fair wages, social protection, transparent governance, and digital visibility. SERVIO is designed to address these gaps through a cooperative-owned digital marketplace.</a:t>
            </a:r>
            <a:endParaRPr lang="en-US" sz="2000" b="1">
              <a:solidFill>
                <a:schemeClr val="bg1"/>
              </a:solidFill>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810</Words>
  <Application>Microsoft Office PowerPoint</Application>
  <PresentationFormat>Custom</PresentationFormat>
  <Paragraphs>147</Paragraphs>
  <Slides>6</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vt:i4>
      </vt:variant>
    </vt:vector>
  </HeadingPairs>
  <TitlesOfParts>
    <vt:vector size="18" baseType="lpstr">
      <vt:lpstr>Times New Roman Bold</vt:lpstr>
      <vt:lpstr>Calibri (MS) Bold</vt:lpstr>
      <vt:lpstr>Calibri (MS)</vt:lpstr>
      <vt:lpstr>Calibri</vt:lpstr>
      <vt:lpstr>Arimo</vt:lpstr>
      <vt:lpstr>Arial Bold</vt:lpstr>
      <vt:lpstr>Canva Sans</vt:lpstr>
      <vt:lpstr>Garamond Bold</vt:lpstr>
      <vt:lpstr>Arial</vt:lpstr>
      <vt:lpstr>Wingdings</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SIH2026-IDEA-Presentation-Format(1).pptx</dc:title>
  <dc:creator>SAURABH</dc:creator>
  <cp:lastModifiedBy>Saurabh Sarode</cp:lastModifiedBy>
  <cp:revision>1</cp:revision>
  <dcterms:created xsi:type="dcterms:W3CDTF">2006-08-16T00:00:00Z</dcterms:created>
  <dcterms:modified xsi:type="dcterms:W3CDTF">2026-09-24T13:36:30Z</dcterms:modified>
  <dc:identifier>DAHUxxkcim4</dc:identifier>
</cp:coreProperties>
</file>